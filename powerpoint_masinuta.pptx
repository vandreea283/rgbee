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embeddedFontLst>
    <p:embeddedFont>
      <p:font typeface="Bebas Neue" panose="020B0606020202050201" pitchFamily="3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3399" autoAdjust="0"/>
  </p:normalViewPr>
  <p:slideViewPr>
    <p:cSldViewPr snapToGrid="0" snapToObjects="1">
      <p:cViewPr varScale="1">
        <p:scale>
          <a:sx n="91" d="100"/>
          <a:sy n="91" d="100"/>
        </p:scale>
        <p:origin x="12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3514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93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POZA CU RGBEEP</a:t>
            </a:r>
            <a:endParaRPr lang="ro-RO" dirty="0"/>
          </a:p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F7CF-D85A-1E22-3687-C315E17A3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D3EF2-37BC-21F5-FCAF-375D4696C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E7CBE-07D6-704D-9114-8361C8C41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POZA CU RGBEEP</a:t>
            </a:r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521EE-AB26-8AFD-F2BC-B0C76B365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564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ESP32-ul nu se conectează la un router — el creează propriul WiFi (ESP32_CAR). Te conectezi tu cu telefonul la el, deschizi 192.168.4.1 în browser și apare pagina cu butoane.</a:t>
            </a:r>
          </a:p>
          <a:p>
            <a:r>
              <a:rPr lang="en-US" dirty="0"/>
              <a:t>Fiecare buton din pagină face un fetch('/forward'), fetch('/left') etc. — adică trimite o cerere HTTP la ESP32, care reacționează: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vrut să arătăm că poți reproduce funcționalități din sistemele de parcare comerciale cu componente de bază. Dar mai mult decât atât, am gândit proiectul ca un suport educațional – un sistem modular care poate fi învățat, modificat și extins. În plus, se poate adapta la scopuri sociale, cum ar fi ghidare pentru persoane cu dizabilități.</a:t>
            </a:r>
          </a:p>
          <a:p>
            <a:endParaRPr lang="en-US" dirty="0"/>
          </a:p>
          <a:p>
            <a:r>
              <a:rPr lang="en-US" dirty="0"/>
              <a:t>Ce lipsește adesea în tehnologiile auto este personalitatea. Noi am vrut ca sistemul să comunice și altfel decât prin tonuri monotone.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875" y="762819"/>
            <a:ext cx="4736157" cy="1808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750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From prototype to platform </a:t>
            </a:r>
            <a:r>
              <a:rPr lang="en-US" sz="2800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Sistem robotic embedded cu control wireless și feedback senzorial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89421" y="2323056"/>
            <a:ext cx="4736157" cy="131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300"/>
              </a:lnSpc>
              <a:buNone/>
            </a:pPr>
            <a:r>
              <a:rPr lang="en-US" sz="8250" b="1" dirty="0">
                <a:solidFill>
                  <a:srgbClr val="F4444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</a:t>
            </a:r>
            <a:r>
              <a:rPr lang="en-US" sz="8250" b="1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</a:t>
            </a:r>
            <a:r>
              <a:rPr lang="en-US" sz="8250" b="1" dirty="0">
                <a:solidFill>
                  <a:srgbClr val="5E98F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r>
              <a:rPr lang="en-US" sz="82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EE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523875" y="3684686"/>
            <a:ext cx="4667250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750" dirty="0">
                <a:solidFill>
                  <a:srgbClr val="CCCC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Bobes Paul-Andrei &amp; Vlad Andreea-Maria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459111" y="4172322"/>
            <a:ext cx="2796778" cy="3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CCC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conf. dr. ing. Morariu Daniel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8421" y="431304"/>
            <a:ext cx="4736157" cy="602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Unde a început totul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3918421" y="1351062"/>
            <a:ext cx="2197522" cy="87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RGBeep – Proiectul inițial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18421" y="2351708"/>
            <a:ext cx="2197522" cy="1599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Un prototip simplu bazat pe Arduino Uno, conceput ca sistem static de asistență pentru parcare. feedback Audio-vizual minimal, construit cu buget redus și componentă educațională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18421" y="4065017"/>
            <a:ext cx="219752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Scop:</a:t>
            </a:r>
            <a:r>
              <a:rPr lang="en-US" sz="135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r>
              <a:rPr lang="en-US" sz="1350" dirty="0">
                <a:solidFill>
                  <a:srgbClr val="F4444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Demonstrație de concept</a:t>
            </a:r>
            <a:r>
              <a:rPr lang="en-US" sz="135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, </a:t>
            </a:r>
            <a:r>
              <a:rPr lang="en-US" sz="135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învățare embedded systems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61820" y="1351062"/>
            <a:ext cx="2197522" cy="87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Curiozitate + Experimentare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6461820" y="2351708"/>
            <a:ext cx="219752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transformarea unei idei simple într-un proiect memorabil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61820" y="2998812"/>
            <a:ext cx="219752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Lecția:</a:t>
            </a:r>
            <a:r>
              <a:rPr lang="en-US" sz="135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r>
              <a:rPr lang="en-US" sz="1350" dirty="0">
                <a:solidFill>
                  <a:srgbClr val="5E98F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Nu ai nevoie de buget mare</a:t>
            </a:r>
            <a:r>
              <a:rPr lang="en-US" sz="135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ca să faci inginerie autentică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0FED-4D89-39B0-3FAA-6E1162CA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ine 10">
            <a:extLst>
              <a:ext uri="{FF2B5EF4-FFF2-40B4-BE49-F238E27FC236}">
                <a16:creationId xmlns:a16="http://schemas.microsoft.com/office/drawing/2014/main" id="{C3FB04CD-A2B9-9F7C-AD95-55527E054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4" t="16435" b="9851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534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121" y="486445"/>
            <a:ext cx="4574902" cy="5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Ce este RGBee?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64121" y="1343174"/>
            <a:ext cx="223160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Platformă robotică modulară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64121" y="2217390"/>
            <a:ext cx="2231603" cy="132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Sistem embedded integrat cu control wireless și feedback senzorial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3024039" y="1343174"/>
            <a:ext cx="2231603" cy="414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Control web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024039" y="1803053"/>
            <a:ext cx="2231603" cy="132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Interfață browser-based, ESP32 în ACCESS-POINT mode pentru conectivitate instantă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464121" y="3828306"/>
            <a:ext cx="478675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Detectare obstacole:</a:t>
            </a:r>
            <a:r>
              <a:rPr lang="en-US" sz="2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r>
              <a:rPr lang="en-US" sz="26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senzor ultrasonic cu logică de asistență la parcare progresivă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6109" y="368350"/>
            <a:ext cx="4491707" cy="56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Arhitectura sistemului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61417" y="1204392"/>
            <a:ext cx="1617018" cy="81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Etapa 1 - Control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1417" y="2061939"/>
            <a:ext cx="1617018" cy="1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ro-RO" sz="2050" noProof="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Interfața web pe browser / smartphone </a:t>
            </a:r>
          </a:p>
          <a:p>
            <a:pPr marL="0" indent="0" algn="l">
              <a:lnSpc>
                <a:spcPts val="2550"/>
              </a:lnSpc>
              <a:buNone/>
            </a:pPr>
            <a:endParaRPr lang="ro-RO" sz="2050" noProof="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ro-RO" sz="2050" noProof="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transmite comenzi prin WiFi</a:t>
            </a:r>
            <a:endParaRPr lang="ro-RO" sz="2050" noProof="0" dirty="0"/>
          </a:p>
        </p:txBody>
      </p:sp>
      <p:sp>
        <p:nvSpPr>
          <p:cNvPr id="5" name="Text 3"/>
          <p:cNvSpPr/>
          <p:nvPr/>
        </p:nvSpPr>
        <p:spPr>
          <a:xfrm>
            <a:off x="2800796" y="1204392"/>
            <a:ext cx="1617018" cy="81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Etapa 2 - Procesare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800796" y="2061939"/>
            <a:ext cx="1617018" cy="1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ESP32 primește comenzile, </a:t>
            </a:r>
            <a:endParaRPr lang="ro-RO" sz="205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endParaRPr lang="ro-RO" sz="205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procesează logica </a:t>
            </a:r>
            <a:endParaRPr lang="ro-RO" sz="205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endParaRPr lang="ro-RO" sz="205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decide acțiunile pentru mișcare și senzori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4740176" y="1204392"/>
            <a:ext cx="1617018" cy="81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Etapa 3 - Execuție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740176" y="2061939"/>
            <a:ext cx="1617018" cy="162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Motor driver L298N controlează motoarele DC pentru deplasare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679555" y="1204392"/>
            <a:ext cx="1617018" cy="81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Etapa 4 - Feedback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679554" y="2061939"/>
            <a:ext cx="2189237" cy="2603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Senzor ultrasonic HC-SR04 măsoară distanța, </a:t>
            </a:r>
            <a:endParaRPr lang="ro-RO" sz="205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endParaRPr lang="ro-RO" sz="205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ESP32 procesează rezultatul</a:t>
            </a:r>
            <a:endParaRPr lang="ro-RO" sz="205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endParaRPr lang="ro-RO" sz="2050" dirty="0">
              <a:solidFill>
                <a:srgbClr val="E6E6E6"/>
              </a:solidFill>
              <a:latin typeface="Bebas Neue" pitchFamily="34" charset="0"/>
              <a:ea typeface="Bebas Neue" pitchFamily="34" charset="-122"/>
              <a:cs typeface="Bebas Neue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buzzerul oferă feedback audi</a:t>
            </a:r>
            <a:r>
              <a:rPr lang="ro-RO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</a:t>
            </a: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progresiv</a:t>
            </a:r>
            <a:endParaRPr lang="en-US" sz="2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313" y="459284"/>
            <a:ext cx="4990802" cy="62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Provocări inginerești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506313" y="1354336"/>
            <a:ext cx="8131373" cy="650900"/>
          </a:xfrm>
          <a:prstGeom prst="roundRect">
            <a:avLst>
              <a:gd name="adj" fmla="val 9334"/>
            </a:avLst>
          </a:prstGeom>
          <a:solidFill>
            <a:srgbClr val="4B3F0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74" y="1531441"/>
            <a:ext cx="271239" cy="216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874" y="1526084"/>
            <a:ext cx="7389168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Cea mai dificilă parte nu a fost codarea</a:t>
            </a:r>
            <a:r>
              <a:rPr lang="en-US" sz="17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– </a:t>
            </a: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integrarea hardware/software a fost adevărata provocare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6313" y="2157785"/>
            <a:ext cx="3997896" cy="1195388"/>
          </a:xfrm>
          <a:prstGeom prst="roundRect">
            <a:avLst>
              <a:gd name="adj" fmla="val 7649"/>
            </a:avLst>
          </a:prstGeom>
          <a:solidFill>
            <a:srgbClr val="0A0E27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7263" y="2157785"/>
            <a:ext cx="76200" cy="1195388"/>
          </a:xfrm>
          <a:prstGeom prst="roundRect">
            <a:avLst>
              <a:gd name="adj" fmla="val 79735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727174" y="2321496"/>
            <a:ext cx="216991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Integrare mecanică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27174" y="2646983"/>
            <a:ext cx="361332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Montarea electronicii în platformă LEGO – echilibru, centru de greutate, accesibilitate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639791" y="2157785"/>
            <a:ext cx="3997896" cy="1195388"/>
          </a:xfrm>
          <a:prstGeom prst="roundRect">
            <a:avLst>
              <a:gd name="adj" fmla="val 7649"/>
            </a:avLst>
          </a:prstGeom>
          <a:solidFill>
            <a:srgbClr val="0A0E27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0741" y="2157785"/>
            <a:ext cx="76200" cy="1195388"/>
          </a:xfrm>
          <a:prstGeom prst="roundRect">
            <a:avLst>
              <a:gd name="adj" fmla="val 79735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4860652" y="2321496"/>
            <a:ext cx="216991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Gestiune baterie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860652" y="2646983"/>
            <a:ext cx="361332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Power delivery stabil pentru ESP32, motoare și senzori simultan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6313" y="3488754"/>
            <a:ext cx="3997896" cy="1195388"/>
          </a:xfrm>
          <a:prstGeom prst="roundRect">
            <a:avLst>
              <a:gd name="adj" fmla="val 7649"/>
            </a:avLst>
          </a:prstGeom>
          <a:solidFill>
            <a:srgbClr val="0A0E27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7263" y="3488754"/>
            <a:ext cx="76200" cy="1195388"/>
          </a:xfrm>
          <a:prstGeom prst="roundRect">
            <a:avLst>
              <a:gd name="adj" fmla="val 79735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727174" y="3652465"/>
            <a:ext cx="216991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Latență și răspuns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27174" y="3977953"/>
            <a:ext cx="361332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Optimizare comunicație WiFi și logică real-time pentru control fluid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639791" y="3488754"/>
            <a:ext cx="3997896" cy="1195388"/>
          </a:xfrm>
          <a:prstGeom prst="roundRect">
            <a:avLst>
              <a:gd name="adj" fmla="val 7649"/>
            </a:avLst>
          </a:prstGeom>
          <a:solidFill>
            <a:srgbClr val="0A0E27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0741" y="3488754"/>
            <a:ext cx="76200" cy="1195388"/>
          </a:xfrm>
          <a:prstGeom prst="roundRect">
            <a:avLst>
              <a:gd name="adj" fmla="val 79735"/>
            </a:avLst>
          </a:prstGeom>
          <a:solidFill>
            <a:srgbClr val="4950BC"/>
          </a:solidFill>
          <a:ln/>
        </p:spPr>
      </p:sp>
      <p:sp>
        <p:nvSpPr>
          <p:cNvPr id="20" name="Text 17"/>
          <p:cNvSpPr/>
          <p:nvPr/>
        </p:nvSpPr>
        <p:spPr>
          <a:xfrm>
            <a:off x="4860652" y="3652465"/>
            <a:ext cx="216991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sistem ROBUST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860652" y="3977953"/>
            <a:ext cx="361332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Conexiuni sigure, protecție la scurtcircuit, toleranță la erori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5313" y="427583"/>
            <a:ext cx="4702373" cy="12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Partea distractivă a ingineriei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3935313" y="1878583"/>
            <a:ext cx="3616523" cy="46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✔️</a:t>
            </a:r>
            <a:r>
              <a:rPr lang="en-US" sz="28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r>
              <a:rPr lang="en-US" sz="28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INFOTAINMENT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935313" y="2399184"/>
            <a:ext cx="4339456" cy="46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✔️ </a:t>
            </a:r>
            <a:r>
              <a:rPr lang="en-US" sz="28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Interacțiune umană memorabilă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935313" y="2919785"/>
            <a:ext cx="3835078" cy="46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✔️ </a:t>
            </a:r>
            <a:r>
              <a:rPr lang="en-US" sz="28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Proiect care inspire pasiune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935313" y="3440385"/>
            <a:ext cx="3616523" cy="46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✔️ </a:t>
            </a:r>
            <a:r>
              <a:rPr lang="en-US" sz="28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INGINERIE + creativitate</a:t>
            </a:r>
            <a:endParaRPr lang="en-US" sz="2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5313" y="4110112"/>
            <a:ext cx="361652" cy="3616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6481" y="4173364"/>
            <a:ext cx="4171206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AFCBF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Inovație umanizată: Tehnologie care aduce zâmbetul – inginerie cu suflet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3445" y="384870"/>
            <a:ext cx="4075807" cy="509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TO BE CONTINUED…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13445" y="1029965"/>
            <a:ext cx="4888111" cy="1357759"/>
          </a:xfrm>
          <a:prstGeom prst="roundRect">
            <a:avLst>
              <a:gd name="adj" fmla="val 3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6302" y="1152823"/>
            <a:ext cx="23627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4444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Îmbunătățiri planificate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36302" y="1502346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Parcare autonomă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6302" y="1526604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6302" y="1700882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Integrare cameră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6302" y="1725141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6302" y="1899419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Telemetrie în cloud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6302" y="1923678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6302" y="2097956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Mapping obstacole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6302" y="2122215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3445" y="2478137"/>
            <a:ext cx="4888111" cy="960686"/>
          </a:xfrm>
          <a:prstGeom prst="roundRect">
            <a:avLst>
              <a:gd name="adj" fmla="val 51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6302" y="2600995"/>
            <a:ext cx="23627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Aplicații educaționale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36302" y="2950518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Simulator parcare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6302" y="2974777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6302" y="3149054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Robotică accesibilă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6302" y="3173313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3445" y="3529236"/>
            <a:ext cx="4888111" cy="960686"/>
          </a:xfrm>
          <a:prstGeom prst="roundRect">
            <a:avLst>
              <a:gd name="adj" fmla="val 51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6302" y="3652093"/>
            <a:ext cx="23627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E98F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Procesul de învățare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536302" y="4001616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Prototipare rapidă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6302" y="4025875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6302" y="4200153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Experimentare iterativă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6302" y="4224412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3445" y="4591645"/>
            <a:ext cx="4888111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489</Words>
  <Application>Microsoft Office PowerPoint</Application>
  <PresentationFormat>Expunere pe ecran (16:9)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1" baseType="lpstr">
      <vt:lpstr>Arial</vt:lpstr>
      <vt:lpstr>Bebas Neue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Andreea</dc:creator>
  <cp:lastModifiedBy>Andreea-Maria Vlad</cp:lastModifiedBy>
  <cp:revision>5</cp:revision>
  <dcterms:created xsi:type="dcterms:W3CDTF">2026-05-07T10:21:44Z</dcterms:created>
  <dcterms:modified xsi:type="dcterms:W3CDTF">2026-05-08T07:29:32Z</dcterms:modified>
</cp:coreProperties>
</file>