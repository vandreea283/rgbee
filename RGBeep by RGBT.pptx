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9" r:id="rId3"/>
    <p:sldId id="266" r:id="rId4"/>
    <p:sldId id="274" r:id="rId5"/>
    <p:sldId id="257" r:id="rId6"/>
    <p:sldId id="280" r:id="rId7"/>
    <p:sldId id="281" r:id="rId8"/>
    <p:sldId id="258" r:id="rId9"/>
    <p:sldId id="279" r:id="rId10"/>
    <p:sldId id="265" r:id="rId11"/>
    <p:sldId id="278" r:id="rId12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14"/>
    </p:embeddedFont>
    <p:embeddedFont>
      <p:font typeface="Orbitron" panose="020B0604020202020204" charset="0"/>
      <p:regular r:id="rId15"/>
      <p:bold r:id="rId16"/>
    </p:embeddedFont>
    <p:embeddedFont>
      <p:font typeface="Palanquin Dark" panose="020B060402020202020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F26AE1-2611-4A86-A9C1-2BFF0365ECF6}">
  <a:tblStyle styleId="{65F26AE1-2611-4A86-A9C1-2BFF0365EC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26" autoAdjust="0"/>
  </p:normalViewPr>
  <p:slideViewPr>
    <p:cSldViewPr snapToGrid="0">
      <p:cViewPr>
        <p:scale>
          <a:sx n="100" d="100"/>
          <a:sy n="100" d="100"/>
        </p:scale>
        <p:origin x="9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ea-Maria Vlad" userId="750cd8714aefc1df" providerId="LiveId" clId="{CBF017F6-0881-4BF9-BC3F-96F6D9AEA10F}"/>
    <pc:docChg chg="undo redo custSel addSld delSld modSld sldOrd delMainMaster modMainMaster">
      <pc:chgData name="Andreea-Maria Vlad" userId="750cd8714aefc1df" providerId="LiveId" clId="{CBF017F6-0881-4BF9-BC3F-96F6D9AEA10F}" dt="2025-05-20T18:45:12.260" v="1259" actId="47"/>
      <pc:docMkLst>
        <pc:docMk/>
      </pc:docMkLst>
      <pc:sldChg chg="modSp mod modTransition">
        <pc:chgData name="Andreea-Maria Vlad" userId="750cd8714aefc1df" providerId="LiveId" clId="{CBF017F6-0881-4BF9-BC3F-96F6D9AEA10F}" dt="2025-05-20T18:31:07.349" v="1078"/>
        <pc:sldMkLst>
          <pc:docMk/>
          <pc:sldMk cId="0" sldId="256"/>
        </pc:sldMkLst>
        <pc:spChg chg="mod">
          <ac:chgData name="Andreea-Maria Vlad" userId="750cd8714aefc1df" providerId="LiveId" clId="{CBF017F6-0881-4BF9-BC3F-96F6D9AEA10F}" dt="2025-05-15T09:48:44.700" v="150" actId="1076"/>
          <ac:spMkLst>
            <pc:docMk/>
            <pc:sldMk cId="0" sldId="256"/>
            <ac:spMk id="831" creationId="{00000000-0000-0000-0000-000000000000}"/>
          </ac:spMkLst>
        </pc:spChg>
        <pc:spChg chg="mod">
          <ac:chgData name="Andreea-Maria Vlad" userId="750cd8714aefc1df" providerId="LiveId" clId="{CBF017F6-0881-4BF9-BC3F-96F6D9AEA10F}" dt="2025-05-16T10:16:29.514" v="751" actId="2711"/>
          <ac:spMkLst>
            <pc:docMk/>
            <pc:sldMk cId="0" sldId="256"/>
            <ac:spMk id="832" creationId="{00000000-0000-0000-0000-000000000000}"/>
          </ac:spMkLst>
        </pc:spChg>
        <pc:grpChg chg="mod">
          <ac:chgData name="Andreea-Maria Vlad" userId="750cd8714aefc1df" providerId="LiveId" clId="{CBF017F6-0881-4BF9-BC3F-96F6D9AEA10F}" dt="2025-05-15T09:48:37.690" v="149" actId="1076"/>
          <ac:grpSpMkLst>
            <pc:docMk/>
            <pc:sldMk cId="0" sldId="256"/>
            <ac:grpSpMk id="833" creationId="{00000000-0000-0000-0000-000000000000}"/>
          </ac:grpSpMkLst>
        </pc:grpChg>
      </pc:sldChg>
      <pc:sldChg chg="modSp mod modTransition">
        <pc:chgData name="Andreea-Maria Vlad" userId="750cd8714aefc1df" providerId="LiveId" clId="{CBF017F6-0881-4BF9-BC3F-96F6D9AEA10F}" dt="2025-05-20T18:31:07.349" v="1078"/>
        <pc:sldMkLst>
          <pc:docMk/>
          <pc:sldMk cId="0" sldId="257"/>
        </pc:sldMkLst>
        <pc:grpChg chg="mod">
          <ac:chgData name="Andreea-Maria Vlad" userId="750cd8714aefc1df" providerId="LiveId" clId="{CBF017F6-0881-4BF9-BC3F-96F6D9AEA10F}" dt="2025-05-18T14:40:28.741" v="824" actId="1076"/>
          <ac:grpSpMkLst>
            <pc:docMk/>
            <pc:sldMk cId="0" sldId="257"/>
            <ac:grpSpMk id="10" creationId="{C2F9DD7D-CF63-861C-7667-0AD91CDBCF02}"/>
          </ac:grpSpMkLst>
        </pc:grpChg>
      </pc:sldChg>
      <pc:sldChg chg="addSp delSp modSp mod ord modTransition modNotesTx">
        <pc:chgData name="Andreea-Maria Vlad" userId="750cd8714aefc1df" providerId="LiveId" clId="{CBF017F6-0881-4BF9-BC3F-96F6D9AEA10F}" dt="2025-05-20T18:31:07.349" v="1078"/>
        <pc:sldMkLst>
          <pc:docMk/>
          <pc:sldMk cId="0" sldId="258"/>
        </pc:sldMkLst>
        <pc:spChg chg="mod">
          <ac:chgData name="Andreea-Maria Vlad" userId="750cd8714aefc1df" providerId="LiveId" clId="{CBF017F6-0881-4BF9-BC3F-96F6D9AEA10F}" dt="2025-05-18T14:58:16.454" v="988" actId="1076"/>
          <ac:spMkLst>
            <pc:docMk/>
            <pc:sldMk cId="0" sldId="258"/>
            <ac:spMk id="25" creationId="{0319E852-FF3C-39D4-0632-3DA9C91979ED}"/>
          </ac:spMkLst>
        </pc:spChg>
        <pc:spChg chg="mod">
          <ac:chgData name="Andreea-Maria Vlad" userId="750cd8714aefc1df" providerId="LiveId" clId="{CBF017F6-0881-4BF9-BC3F-96F6D9AEA10F}" dt="2025-05-18T15:02:42.256" v="1068" actId="2"/>
          <ac:spMkLst>
            <pc:docMk/>
            <pc:sldMk cId="0" sldId="258"/>
            <ac:spMk id="26" creationId="{AD5C1FA6-FAA4-3348-8CE9-C3C5789CAC3B}"/>
          </ac:spMkLst>
        </pc:spChg>
        <pc:spChg chg="mod">
          <ac:chgData name="Andreea-Maria Vlad" userId="750cd8714aefc1df" providerId="LiveId" clId="{CBF017F6-0881-4BF9-BC3F-96F6D9AEA10F}" dt="2025-05-18T15:02:30.008" v="1053" actId="1076"/>
          <ac:spMkLst>
            <pc:docMk/>
            <pc:sldMk cId="0" sldId="258"/>
            <ac:spMk id="27" creationId="{56F92E4E-CFA0-827E-09BD-CBB92F9D1B2A}"/>
          </ac:spMkLst>
        </pc:spChg>
        <pc:grpChg chg="mod">
          <ac:chgData name="Andreea-Maria Vlad" userId="750cd8714aefc1df" providerId="LiveId" clId="{CBF017F6-0881-4BF9-BC3F-96F6D9AEA10F}" dt="2025-05-18T15:02:30.008" v="1053" actId="1076"/>
          <ac:grpSpMkLst>
            <pc:docMk/>
            <pc:sldMk cId="0" sldId="258"/>
            <ac:grpSpMk id="28" creationId="{90298CB4-FA16-7D58-F7D9-BAFC9DF72E28}"/>
          </ac:grpSpMkLst>
        </pc:grpChg>
        <pc:picChg chg="add mod">
          <ac:chgData name="Andreea-Maria Vlad" userId="750cd8714aefc1df" providerId="LiveId" clId="{CBF017F6-0881-4BF9-BC3F-96F6D9AEA10F}" dt="2025-05-18T15:02:30.008" v="1053" actId="1076"/>
          <ac:picMkLst>
            <pc:docMk/>
            <pc:sldMk cId="0" sldId="258"/>
            <ac:picMk id="3" creationId="{5E448E27-FA92-5BF4-9EEF-E3923E56600B}"/>
          </ac:picMkLst>
        </pc:picChg>
      </pc:sldChg>
      <pc:sldChg chg="modSp mod ord modTransition modNotesTx">
        <pc:chgData name="Andreea-Maria Vlad" userId="750cd8714aefc1df" providerId="LiveId" clId="{CBF017F6-0881-4BF9-BC3F-96F6D9AEA10F}" dt="2025-05-20T18:31:07.349" v="1078"/>
        <pc:sldMkLst>
          <pc:docMk/>
          <pc:sldMk cId="0" sldId="259"/>
        </pc:sldMkLst>
        <pc:spChg chg="mod">
          <ac:chgData name="Andreea-Maria Vlad" userId="750cd8714aefc1df" providerId="LiveId" clId="{CBF017F6-0881-4BF9-BC3F-96F6D9AEA10F}" dt="2025-05-16T10:16:51.131" v="754" actId="255"/>
          <ac:spMkLst>
            <pc:docMk/>
            <pc:sldMk cId="0" sldId="259"/>
            <ac:spMk id="863" creationId="{00000000-0000-0000-0000-000000000000}"/>
          </ac:spMkLst>
        </pc:spChg>
        <pc:spChg chg="mod">
          <ac:chgData name="Andreea-Maria Vlad" userId="750cd8714aefc1df" providerId="LiveId" clId="{CBF017F6-0881-4BF9-BC3F-96F6D9AEA10F}" dt="2025-05-16T10:17:09.073" v="755" actId="1076"/>
          <ac:spMkLst>
            <pc:docMk/>
            <pc:sldMk cId="0" sldId="259"/>
            <ac:spMk id="864" creationId="{00000000-0000-0000-0000-000000000000}"/>
          </ac:spMkLst>
        </pc:spChg>
      </pc:sldChg>
      <pc:sldChg chg="del modTransition">
        <pc:chgData name="Andreea-Maria Vlad" userId="750cd8714aefc1df" providerId="LiveId" clId="{CBF017F6-0881-4BF9-BC3F-96F6D9AEA10F}" dt="2025-05-20T18:45:12.260" v="1259" actId="47"/>
        <pc:sldMkLst>
          <pc:docMk/>
          <pc:sldMk cId="0" sldId="261"/>
        </pc:sldMkLst>
      </pc:sldChg>
      <pc:sldChg chg="modTransition">
        <pc:chgData name="Andreea-Maria Vlad" userId="750cd8714aefc1df" providerId="LiveId" clId="{CBF017F6-0881-4BF9-BC3F-96F6D9AEA10F}" dt="2025-05-20T18:31:07.349" v="1078"/>
        <pc:sldMkLst>
          <pc:docMk/>
          <pc:sldMk cId="0" sldId="265"/>
        </pc:sldMkLst>
      </pc:sldChg>
      <pc:sldChg chg="addSp delSp modSp mod modTransition">
        <pc:chgData name="Andreea-Maria Vlad" userId="750cd8714aefc1df" providerId="LiveId" clId="{CBF017F6-0881-4BF9-BC3F-96F6D9AEA10F}" dt="2025-05-20T18:44:28.888" v="1258" actId="1076"/>
        <pc:sldMkLst>
          <pc:docMk/>
          <pc:sldMk cId="0" sldId="266"/>
        </pc:sldMkLst>
        <pc:spChg chg="add del mod">
          <ac:chgData name="Andreea-Maria Vlad" userId="750cd8714aefc1df" providerId="LiveId" clId="{CBF017F6-0881-4BF9-BC3F-96F6D9AEA10F}" dt="2025-05-20T18:33:49.621" v="1151" actId="478"/>
          <ac:spMkLst>
            <pc:docMk/>
            <pc:sldMk cId="0" sldId="266"/>
            <ac:spMk id="3" creationId="{BE1FE598-06D9-17B5-AF62-68C92D5457A4}"/>
          </ac:spMkLst>
        </pc:spChg>
        <pc:spChg chg="add del">
          <ac:chgData name="Andreea-Maria Vlad" userId="750cd8714aefc1df" providerId="LiveId" clId="{CBF017F6-0881-4BF9-BC3F-96F6D9AEA10F}" dt="2025-05-20T18:35:11.035" v="1162" actId="478"/>
          <ac:spMkLst>
            <pc:docMk/>
            <pc:sldMk cId="0" sldId="266"/>
            <ac:spMk id="5" creationId="{688C4D4C-BEAC-868C-D4E7-161D08A96CAC}"/>
          </ac:spMkLst>
        </pc:spChg>
        <pc:spChg chg="add del">
          <ac:chgData name="Andreea-Maria Vlad" userId="750cd8714aefc1df" providerId="LiveId" clId="{CBF017F6-0881-4BF9-BC3F-96F6D9AEA10F}" dt="2025-05-20T18:35:24.323" v="1164" actId="478"/>
          <ac:spMkLst>
            <pc:docMk/>
            <pc:sldMk cId="0" sldId="266"/>
            <ac:spMk id="6" creationId="{1D3A9973-1CF1-EFE0-225E-C485E0379BDA}"/>
          </ac:spMkLst>
        </pc:spChg>
        <pc:spChg chg="add del mod">
          <ac:chgData name="Andreea-Maria Vlad" userId="750cd8714aefc1df" providerId="LiveId" clId="{CBF017F6-0881-4BF9-BC3F-96F6D9AEA10F}" dt="2025-05-20T18:36:28.880" v="1174" actId="478"/>
          <ac:spMkLst>
            <pc:docMk/>
            <pc:sldMk cId="0" sldId="266"/>
            <ac:spMk id="7" creationId="{48B96D8B-FD22-35CA-AA31-B7AC731CDB66}"/>
          </ac:spMkLst>
        </pc:spChg>
        <pc:spChg chg="add mod">
          <ac:chgData name="Andreea-Maria Vlad" userId="750cd8714aefc1df" providerId="LiveId" clId="{CBF017F6-0881-4BF9-BC3F-96F6D9AEA10F}" dt="2025-05-20T18:36:22.996" v="1172" actId="1076"/>
          <ac:spMkLst>
            <pc:docMk/>
            <pc:sldMk cId="0" sldId="266"/>
            <ac:spMk id="8" creationId="{A80B1F54-64E4-7C1D-464C-28D3AD426B21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0" creationId="{35810080-489D-B9DA-80D9-0EFE469C8246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1" creationId="{30FB0975-C1A8-D199-6DE7-06300640C048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2" creationId="{D1DC4943-1218-DAC4-A639-90D8F03846E4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3" creationId="{2C9316A9-ED56-E847-0B85-BC9A2FAB597A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4" creationId="{DF4FDBA6-D18E-6469-7233-76FA9EA31CDE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5" creationId="{6ADEB904-312E-0C3E-E64F-55ADF182C135}"/>
          </ac:spMkLst>
        </pc:spChg>
        <pc:spChg chg="mod">
          <ac:chgData name="Andreea-Maria Vlad" userId="750cd8714aefc1df" providerId="LiveId" clId="{CBF017F6-0881-4BF9-BC3F-96F6D9AEA10F}" dt="2025-05-20T18:36:12.242" v="1169"/>
          <ac:spMkLst>
            <pc:docMk/>
            <pc:sldMk cId="0" sldId="266"/>
            <ac:spMk id="16" creationId="{12C24314-7A53-225A-826A-7ED66A210312}"/>
          </ac:spMkLst>
        </pc:spChg>
        <pc:spChg chg="add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20" creationId="{70B0A463-CF0C-E9EA-B767-8503E10D1C50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2" creationId="{E856BDA7-602E-FC85-47C9-7CCA643AE4F2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3" creationId="{4B048C78-CDCC-C125-E0F4-E880490560B1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4" creationId="{74D43D07-C54F-2B71-D0F8-8EEDE2FB00E1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5" creationId="{17D17719-74C7-67F5-29F1-9433942C0E99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6" creationId="{A84EDCDE-6BD4-1C7D-C0DF-549B85F1A593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7" creationId="{1EBA3D15-3F60-3ABB-54DC-406602A83472}"/>
          </ac:spMkLst>
        </pc:spChg>
        <pc:spChg chg="mod">
          <ac:chgData name="Andreea-Maria Vlad" userId="750cd8714aefc1df" providerId="LiveId" clId="{CBF017F6-0881-4BF9-BC3F-96F6D9AEA10F}" dt="2025-05-20T18:36:29.687" v="1175"/>
          <ac:spMkLst>
            <pc:docMk/>
            <pc:sldMk cId="0" sldId="266"/>
            <ac:spMk id="28" creationId="{78817B87-2B7E-338E-F1C5-491F52EEB609}"/>
          </ac:spMkLst>
        </pc:spChg>
        <pc:spChg chg="add del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30" creationId="{FEDF02D3-FA9B-D522-1EF1-1C234A4FC4A0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2" creationId="{4A862DD5-8BD2-9075-BD05-866C719DD72D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3" creationId="{EE30570F-185D-4274-0F9C-9F0A95D47E9F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4" creationId="{7B70B1DA-A218-C9A7-344A-9464942B0CCA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5" creationId="{578D81A0-C03E-2175-C130-5D762F2A6DD0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6" creationId="{5730CE29-E7B3-82DE-1296-6637C1B02A1C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7" creationId="{0B7F673B-A946-EBBC-A1F8-D40140269817}"/>
          </ac:spMkLst>
        </pc:spChg>
        <pc:spChg chg="mod">
          <ac:chgData name="Andreea-Maria Vlad" userId="750cd8714aefc1df" providerId="LiveId" clId="{CBF017F6-0881-4BF9-BC3F-96F6D9AEA10F}" dt="2025-05-20T18:37:51.449" v="1192"/>
          <ac:spMkLst>
            <pc:docMk/>
            <pc:sldMk cId="0" sldId="266"/>
            <ac:spMk id="38" creationId="{F7F32C7D-1935-B86A-F314-7E93577B78D6}"/>
          </ac:spMkLst>
        </pc:spChg>
        <pc:spChg chg="add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40" creationId="{A17778A6-42EC-260D-393B-45F630EC999C}"/>
          </ac:spMkLst>
        </pc:spChg>
        <pc:spChg chg="add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42" creationId="{53D614A4-A755-D51F-BEEC-7BDED445E0B9}"/>
          </ac:spMkLst>
        </pc:spChg>
        <pc:spChg chg="add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44" creationId="{E553A3CC-7C8D-36E2-3961-2E5BE5913112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46" creationId="{CFC89DDE-4BD1-D265-F2D7-ADD0D0CC9C40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47" creationId="{E8A52E93-1677-C4C2-FFF3-3C8639519217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48" creationId="{92C3D13B-D091-D0EC-B883-DE8BAD7F543E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49" creationId="{5D9AC960-056C-30B8-FA89-EDFEAA5959D9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50" creationId="{66B21AE4-13EA-B05E-D20A-F5F25E16B8E3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51" creationId="{8E6B54C4-3983-8C80-3823-C4EB75C0FDEC}"/>
          </ac:spMkLst>
        </pc:spChg>
        <pc:spChg chg="mod">
          <ac:chgData name="Andreea-Maria Vlad" userId="750cd8714aefc1df" providerId="LiveId" clId="{CBF017F6-0881-4BF9-BC3F-96F6D9AEA10F}" dt="2025-05-20T18:39:04.646" v="1205"/>
          <ac:spMkLst>
            <pc:docMk/>
            <pc:sldMk cId="0" sldId="266"/>
            <ac:spMk id="52" creationId="{47CD4EC2-3000-EC7F-08D7-B7DEF4AE8793}"/>
          </ac:spMkLst>
        </pc:spChg>
        <pc:spChg chg="add mod">
          <ac:chgData name="Andreea-Maria Vlad" userId="750cd8714aefc1df" providerId="LiveId" clId="{CBF017F6-0881-4BF9-BC3F-96F6D9AEA10F}" dt="2025-05-20T18:44:28.888" v="1258" actId="1076"/>
          <ac:spMkLst>
            <pc:docMk/>
            <pc:sldMk cId="0" sldId="266"/>
            <ac:spMk id="54" creationId="{A5DC0EE7-BC93-66C9-48FA-4137012CF0EB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56" creationId="{EBB84FD5-2DF2-82C8-669E-00147FC6D4B7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57" creationId="{956FAD53-8E3F-0355-7D68-95D98104A274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58" creationId="{DD233374-03D1-9524-BF69-016EC79FD10A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59" creationId="{E080C350-9FB4-8299-4D08-7F50CD6B20CD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60" creationId="{38AA0D14-6645-FA0D-6AF3-D6025C6D6ABC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61" creationId="{EADD5B14-0E62-ED98-7B58-60BDD75B99B9}"/>
          </ac:spMkLst>
        </pc:spChg>
        <pc:spChg chg="mod">
          <ac:chgData name="Andreea-Maria Vlad" userId="750cd8714aefc1df" providerId="LiveId" clId="{CBF017F6-0881-4BF9-BC3F-96F6D9AEA10F}" dt="2025-05-20T18:39:24.682" v="1209"/>
          <ac:spMkLst>
            <pc:docMk/>
            <pc:sldMk cId="0" sldId="266"/>
            <ac:spMk id="62" creationId="{45805FEC-122E-9E2E-B014-23E8F8BCB933}"/>
          </ac:spMkLst>
        </pc:spChg>
        <pc:spChg chg="del">
          <ac:chgData name="Andreea-Maria Vlad" userId="750cd8714aefc1df" providerId="LiveId" clId="{CBF017F6-0881-4BF9-BC3F-96F6D9AEA10F}" dt="2025-05-20T18:33:47.434" v="1150" actId="478"/>
          <ac:spMkLst>
            <pc:docMk/>
            <pc:sldMk cId="0" sldId="266"/>
            <ac:spMk id="967" creationId="{00000000-0000-0000-0000-000000000000}"/>
          </ac:spMkLst>
        </pc:spChg>
        <pc:spChg chg="del mod">
          <ac:chgData name="Andreea-Maria Vlad" userId="750cd8714aefc1df" providerId="LiveId" clId="{CBF017F6-0881-4BF9-BC3F-96F6D9AEA10F}" dt="2025-05-20T18:37:25.804" v="1186" actId="478"/>
          <ac:spMkLst>
            <pc:docMk/>
            <pc:sldMk cId="0" sldId="266"/>
            <ac:spMk id="968" creationId="{00000000-0000-0000-0000-000000000000}"/>
          </ac:spMkLst>
        </pc:spChg>
        <pc:spChg chg="del mod">
          <ac:chgData name="Andreea-Maria Vlad" userId="750cd8714aefc1df" providerId="LiveId" clId="{CBF017F6-0881-4BF9-BC3F-96F6D9AEA10F}" dt="2025-05-20T18:37:31.954" v="1188" actId="478"/>
          <ac:spMkLst>
            <pc:docMk/>
            <pc:sldMk cId="0" sldId="266"/>
            <ac:spMk id="969" creationId="{00000000-0000-0000-0000-000000000000}"/>
          </ac:spMkLst>
        </pc:spChg>
        <pc:spChg chg="del mod">
          <ac:chgData name="Andreea-Maria Vlad" userId="750cd8714aefc1df" providerId="LiveId" clId="{CBF017F6-0881-4BF9-BC3F-96F6D9AEA10F}" dt="2025-05-20T18:35:26.268" v="1165" actId="478"/>
          <ac:spMkLst>
            <pc:docMk/>
            <pc:sldMk cId="0" sldId="266"/>
            <ac:spMk id="970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7:28.944" v="1187" actId="478"/>
          <ac:spMkLst>
            <pc:docMk/>
            <pc:sldMk cId="0" sldId="266"/>
            <ac:spMk id="971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0.905" v="1154" actId="478"/>
          <ac:spMkLst>
            <pc:docMk/>
            <pc:sldMk cId="0" sldId="266"/>
            <ac:spMk id="972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0.905" v="1154" actId="478"/>
          <ac:spMkLst>
            <pc:docMk/>
            <pc:sldMk cId="0" sldId="266"/>
            <ac:spMk id="973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33.855" v="1153" actId="478"/>
          <ac:spMkLst>
            <pc:docMk/>
            <pc:sldMk cId="0" sldId="266"/>
            <ac:spMk id="974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0.905" v="1154" actId="478"/>
          <ac:spMkLst>
            <pc:docMk/>
            <pc:sldMk cId="0" sldId="266"/>
            <ac:spMk id="975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0.905" v="1154" actId="478"/>
          <ac:spMkLst>
            <pc:docMk/>
            <pc:sldMk cId="0" sldId="266"/>
            <ac:spMk id="976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33.855" v="1153" actId="478"/>
          <ac:spMkLst>
            <pc:docMk/>
            <pc:sldMk cId="0" sldId="266"/>
            <ac:spMk id="977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7.889" v="1156" actId="478"/>
          <ac:spMkLst>
            <pc:docMk/>
            <pc:sldMk cId="0" sldId="266"/>
            <ac:spMk id="978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7.889" v="1156" actId="478"/>
          <ac:spMkLst>
            <pc:docMk/>
            <pc:sldMk cId="0" sldId="266"/>
            <ac:spMk id="979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4.464" v="1155" actId="478"/>
          <ac:spMkLst>
            <pc:docMk/>
            <pc:sldMk cId="0" sldId="266"/>
            <ac:spMk id="980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4.464" v="1155" actId="478"/>
          <ac:spMkLst>
            <pc:docMk/>
            <pc:sldMk cId="0" sldId="266"/>
            <ac:spMk id="981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4.464" v="1155" actId="478"/>
          <ac:spMkLst>
            <pc:docMk/>
            <pc:sldMk cId="0" sldId="266"/>
            <ac:spMk id="982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4:44.464" v="1155" actId="478"/>
          <ac:spMkLst>
            <pc:docMk/>
            <pc:sldMk cId="0" sldId="266"/>
            <ac:spMk id="983" creationId="{00000000-0000-0000-0000-000000000000}"/>
          </ac:spMkLst>
        </pc:spChg>
        <pc:grpChg chg="add mod">
          <ac:chgData name="Andreea-Maria Vlad" userId="750cd8714aefc1df" providerId="LiveId" clId="{CBF017F6-0881-4BF9-BC3F-96F6D9AEA10F}" dt="2025-05-20T18:36:22.996" v="1172" actId="1076"/>
          <ac:grpSpMkLst>
            <pc:docMk/>
            <pc:sldMk cId="0" sldId="266"/>
            <ac:grpSpMk id="9" creationId="{7668E0B9-5617-6CDD-7E4C-707471798FBB}"/>
          </ac:grpSpMkLst>
        </pc:grpChg>
        <pc:grpChg chg="add del mod">
          <ac:chgData name="Andreea-Maria Vlad" userId="750cd8714aefc1df" providerId="LiveId" clId="{CBF017F6-0881-4BF9-BC3F-96F6D9AEA10F}" dt="2025-05-20T18:37:10.685" v="1184" actId="478"/>
          <ac:grpSpMkLst>
            <pc:docMk/>
            <pc:sldMk cId="0" sldId="266"/>
            <ac:grpSpMk id="21" creationId="{13D0B297-A55A-B214-380D-7BC06308DE29}"/>
          </ac:grpSpMkLst>
        </pc:grpChg>
        <pc:grpChg chg="add del mod">
          <ac:chgData name="Andreea-Maria Vlad" userId="750cd8714aefc1df" providerId="LiveId" clId="{CBF017F6-0881-4BF9-BC3F-96F6D9AEA10F}" dt="2025-05-20T18:38:02.043" v="1196" actId="478"/>
          <ac:grpSpMkLst>
            <pc:docMk/>
            <pc:sldMk cId="0" sldId="266"/>
            <ac:grpSpMk id="31" creationId="{8AF2A637-EF4E-2FD4-695F-3E12323B96AE}"/>
          </ac:grpSpMkLst>
        </pc:grpChg>
        <pc:grpChg chg="add del mod">
          <ac:chgData name="Andreea-Maria Vlad" userId="750cd8714aefc1df" providerId="LiveId" clId="{CBF017F6-0881-4BF9-BC3F-96F6D9AEA10F}" dt="2025-05-20T18:39:12.328" v="1208" actId="478"/>
          <ac:grpSpMkLst>
            <pc:docMk/>
            <pc:sldMk cId="0" sldId="266"/>
            <ac:grpSpMk id="45" creationId="{64203B5A-14F8-3FFC-1F9B-E45CE57C6AB3}"/>
          </ac:grpSpMkLst>
        </pc:grpChg>
        <pc:grpChg chg="add del mod">
          <ac:chgData name="Andreea-Maria Vlad" userId="750cd8714aefc1df" providerId="LiveId" clId="{CBF017F6-0881-4BF9-BC3F-96F6D9AEA10F}" dt="2025-05-20T18:39:34.980" v="1212" actId="478"/>
          <ac:grpSpMkLst>
            <pc:docMk/>
            <pc:sldMk cId="0" sldId="266"/>
            <ac:grpSpMk id="55" creationId="{5B4B8D98-50FA-43C1-9E47-D7F581B855D5}"/>
          </ac:grpSpMkLst>
        </pc:grpChg>
        <pc:grpChg chg="del">
          <ac:chgData name="Andreea-Maria Vlad" userId="750cd8714aefc1df" providerId="LiveId" clId="{CBF017F6-0881-4BF9-BC3F-96F6D9AEA10F}" dt="2025-05-20T18:34:25.951" v="1152" actId="478"/>
          <ac:grpSpMkLst>
            <pc:docMk/>
            <pc:sldMk cId="0" sldId="266"/>
            <ac:grpSpMk id="987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4:50.392" v="1157" actId="478"/>
          <ac:grpSpMkLst>
            <pc:docMk/>
            <pc:sldMk cId="0" sldId="266"/>
            <ac:grpSpMk id="994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4:53.997" v="1159" actId="478"/>
          <ac:grpSpMkLst>
            <pc:docMk/>
            <pc:sldMk cId="0" sldId="266"/>
            <ac:grpSpMk id="1002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4:52.280" v="1158" actId="478"/>
          <ac:grpSpMkLst>
            <pc:docMk/>
            <pc:sldMk cId="0" sldId="266"/>
            <ac:grpSpMk id="1006" creationId="{00000000-0000-0000-0000-000000000000}"/>
          </ac:grpSpMkLst>
        </pc:grpChg>
        <pc:picChg chg="add mod">
          <ac:chgData name="Andreea-Maria Vlad" userId="750cd8714aefc1df" providerId="LiveId" clId="{CBF017F6-0881-4BF9-BC3F-96F6D9AEA10F}" dt="2025-05-20T18:36:22.996" v="1172" actId="1076"/>
          <ac:picMkLst>
            <pc:docMk/>
            <pc:sldMk cId="0" sldId="266"/>
            <ac:picMk id="17" creationId="{51803D44-FADB-6B1E-5978-8BDC45DD0286}"/>
          </ac:picMkLst>
        </pc:picChg>
        <pc:picChg chg="add mod">
          <ac:chgData name="Andreea-Maria Vlad" userId="750cd8714aefc1df" providerId="LiveId" clId="{CBF017F6-0881-4BF9-BC3F-96F6D9AEA10F}" dt="2025-05-20T18:44:28.888" v="1258" actId="1076"/>
          <ac:picMkLst>
            <pc:docMk/>
            <pc:sldMk cId="0" sldId="266"/>
            <ac:picMk id="29" creationId="{7F5641EC-2B97-8156-F0DC-8ABFF3DC0B41}"/>
          </ac:picMkLst>
        </pc:picChg>
        <pc:picChg chg="add del mod">
          <ac:chgData name="Andreea-Maria Vlad" userId="750cd8714aefc1df" providerId="LiveId" clId="{CBF017F6-0881-4BF9-BC3F-96F6D9AEA10F}" dt="2025-05-20T18:44:28.888" v="1258" actId="1076"/>
          <ac:picMkLst>
            <pc:docMk/>
            <pc:sldMk cId="0" sldId="266"/>
            <ac:picMk id="39" creationId="{36DBA236-56CD-9805-E114-C397D104F39E}"/>
          </ac:picMkLst>
        </pc:picChg>
        <pc:picChg chg="add mod modCrop">
          <ac:chgData name="Andreea-Maria Vlad" userId="750cd8714aefc1df" providerId="LiveId" clId="{CBF017F6-0881-4BF9-BC3F-96F6D9AEA10F}" dt="2025-05-20T18:44:28.888" v="1258" actId="1076"/>
          <ac:picMkLst>
            <pc:docMk/>
            <pc:sldMk cId="0" sldId="266"/>
            <ac:picMk id="41" creationId="{3BB5ADA6-9558-C1C6-B5AA-7B8BBABB09BF}"/>
          </ac:picMkLst>
        </pc:picChg>
        <pc:picChg chg="add mod">
          <ac:chgData name="Andreea-Maria Vlad" userId="750cd8714aefc1df" providerId="LiveId" clId="{CBF017F6-0881-4BF9-BC3F-96F6D9AEA10F}" dt="2025-05-20T18:44:28.888" v="1258" actId="1076"/>
          <ac:picMkLst>
            <pc:docMk/>
            <pc:sldMk cId="0" sldId="266"/>
            <ac:picMk id="43" creationId="{AB421991-8FE9-92C6-E3F7-7BBA32379A9A}"/>
          </ac:picMkLst>
        </pc:picChg>
        <pc:picChg chg="add mod">
          <ac:chgData name="Andreea-Maria Vlad" userId="750cd8714aefc1df" providerId="LiveId" clId="{CBF017F6-0881-4BF9-BC3F-96F6D9AEA10F}" dt="2025-05-20T18:42:20.096" v="1236" actId="1076"/>
          <ac:picMkLst>
            <pc:docMk/>
            <pc:sldMk cId="0" sldId="266"/>
            <ac:picMk id="53" creationId="{856325E2-7764-562F-9FE2-D90294F32782}"/>
          </ac:picMkLst>
        </pc:picChg>
        <pc:picChg chg="add mod">
          <ac:chgData name="Andreea-Maria Vlad" userId="750cd8714aefc1df" providerId="LiveId" clId="{CBF017F6-0881-4BF9-BC3F-96F6D9AEA10F}" dt="2025-05-20T18:44:15.077" v="1256" actId="14100"/>
          <ac:picMkLst>
            <pc:docMk/>
            <pc:sldMk cId="0" sldId="266"/>
            <ac:picMk id="63" creationId="{043FCC41-A4BB-D913-E426-644CC6A4778A}"/>
          </ac:picMkLst>
        </pc:picChg>
        <pc:cxnChg chg="add mod">
          <ac:chgData name="Andreea-Maria Vlad" userId="750cd8714aefc1df" providerId="LiveId" clId="{CBF017F6-0881-4BF9-BC3F-96F6D9AEA10F}" dt="2025-05-20T18:43:31.739" v="1245" actId="14100"/>
          <ac:cxnSpMkLst>
            <pc:docMk/>
            <pc:sldMk cId="0" sldId="266"/>
            <ac:cxnSpMk id="964" creationId="{AFE2BD4D-B20C-C317-096E-36BDF49171D8}"/>
          </ac:cxnSpMkLst>
        </pc:cxnChg>
        <pc:cxnChg chg="add mod">
          <ac:chgData name="Andreea-Maria Vlad" userId="750cd8714aefc1df" providerId="LiveId" clId="{CBF017F6-0881-4BF9-BC3F-96F6D9AEA10F}" dt="2025-05-20T18:43:47.060" v="1249" actId="14100"/>
          <ac:cxnSpMkLst>
            <pc:docMk/>
            <pc:sldMk cId="0" sldId="266"/>
            <ac:cxnSpMk id="966" creationId="{3B30CD4D-9261-E0D5-7375-56200D8C0CD0}"/>
          </ac:cxnSpMkLst>
        </pc:cxnChg>
        <pc:cxnChg chg="mod">
          <ac:chgData name="Andreea-Maria Vlad" userId="750cd8714aefc1df" providerId="LiveId" clId="{CBF017F6-0881-4BF9-BC3F-96F6D9AEA10F}" dt="2025-05-20T18:42:42.397" v="1238" actId="1076"/>
          <ac:cxnSpMkLst>
            <pc:docMk/>
            <pc:sldMk cId="0" sldId="266"/>
            <ac:cxnSpMk id="984" creationId="{00000000-0000-0000-0000-000000000000}"/>
          </ac:cxnSpMkLst>
        </pc:cxnChg>
        <pc:cxnChg chg="del mod">
          <ac:chgData name="Andreea-Maria Vlad" userId="750cd8714aefc1df" providerId="LiveId" clId="{CBF017F6-0881-4BF9-BC3F-96F6D9AEA10F}" dt="2025-05-20T18:43:50.674" v="1250" actId="478"/>
          <ac:cxnSpMkLst>
            <pc:docMk/>
            <pc:sldMk cId="0" sldId="266"/>
            <ac:cxnSpMk id="985" creationId="{00000000-0000-0000-0000-000000000000}"/>
          </ac:cxnSpMkLst>
        </pc:cxnChg>
        <pc:cxnChg chg="mod">
          <ac:chgData name="Andreea-Maria Vlad" userId="750cd8714aefc1df" providerId="LiveId" clId="{CBF017F6-0881-4BF9-BC3F-96F6D9AEA10F}" dt="2025-05-20T18:43:11.803" v="1242" actId="14100"/>
          <ac:cxnSpMkLst>
            <pc:docMk/>
            <pc:sldMk cId="0" sldId="266"/>
            <ac:cxnSpMk id="986" creationId="{00000000-0000-0000-0000-000000000000}"/>
          </ac:cxnSpMkLst>
        </pc:cxnChg>
        <pc:cxnChg chg="add del mod">
          <ac:chgData name="Andreea-Maria Vlad" userId="750cd8714aefc1df" providerId="LiveId" clId="{CBF017F6-0881-4BF9-BC3F-96F6D9AEA10F}" dt="2025-05-20T18:43:54.561" v="1252" actId="478"/>
          <ac:cxnSpMkLst>
            <pc:docMk/>
            <pc:sldMk cId="0" sldId="266"/>
            <ac:cxnSpMk id="1011" creationId="{E58C1AB9-98CF-2823-4A42-185E83FD166B}"/>
          </ac:cxnSpMkLst>
        </pc:cxnChg>
        <pc:cxnChg chg="add mod">
          <ac:chgData name="Andreea-Maria Vlad" userId="750cd8714aefc1df" providerId="LiveId" clId="{CBF017F6-0881-4BF9-BC3F-96F6D9AEA10F}" dt="2025-05-20T18:44:02.849" v="1254" actId="1076"/>
          <ac:cxnSpMkLst>
            <pc:docMk/>
            <pc:sldMk cId="0" sldId="266"/>
            <ac:cxnSpMk id="1012" creationId="{1C7C189B-31F9-A078-48D4-44AC2123D3E7}"/>
          </ac:cxnSpMkLst>
        </pc:cxnChg>
      </pc:sldChg>
      <pc:sldChg chg="modSp del mod ord modTransition">
        <pc:chgData name="Andreea-Maria Vlad" userId="750cd8714aefc1df" providerId="LiveId" clId="{CBF017F6-0881-4BF9-BC3F-96F6D9AEA10F}" dt="2025-05-20T18:32:38.319" v="1128" actId="47"/>
        <pc:sldMkLst>
          <pc:docMk/>
          <pc:sldMk cId="0" sldId="272"/>
        </pc:sldMkLst>
        <pc:spChg chg="mod">
          <ac:chgData name="Andreea-Maria Vlad" userId="750cd8714aefc1df" providerId="LiveId" clId="{CBF017F6-0881-4BF9-BC3F-96F6D9AEA10F}" dt="2025-05-20T18:31:52.150" v="1091" actId="403"/>
          <ac:spMkLst>
            <pc:docMk/>
            <pc:sldMk cId="0" sldId="272"/>
            <ac:spMk id="1110" creationId="{00000000-0000-0000-0000-000000000000}"/>
          </ac:spMkLst>
        </pc:spChg>
      </pc:sldChg>
      <pc:sldChg chg="modTransition">
        <pc:chgData name="Andreea-Maria Vlad" userId="750cd8714aefc1df" providerId="LiveId" clId="{CBF017F6-0881-4BF9-BC3F-96F6D9AEA10F}" dt="2025-05-20T18:31:07.349" v="1078"/>
        <pc:sldMkLst>
          <pc:docMk/>
          <pc:sldMk cId="0" sldId="274"/>
        </pc:sldMkLst>
      </pc:sldChg>
      <pc:sldChg chg="addSp delSp modSp mod ord modTransition">
        <pc:chgData name="Andreea-Maria Vlad" userId="750cd8714aefc1df" providerId="LiveId" clId="{CBF017F6-0881-4BF9-BC3F-96F6D9AEA10F}" dt="2025-05-20T18:33:30.789" v="1149" actId="1076"/>
        <pc:sldMkLst>
          <pc:docMk/>
          <pc:sldMk cId="0" sldId="278"/>
        </pc:sldMkLst>
        <pc:spChg chg="add del mod">
          <ac:chgData name="Andreea-Maria Vlad" userId="750cd8714aefc1df" providerId="LiveId" clId="{CBF017F6-0881-4BF9-BC3F-96F6D9AEA10F}" dt="2025-05-20T18:32:55.877" v="1130" actId="478"/>
          <ac:spMkLst>
            <pc:docMk/>
            <pc:sldMk cId="0" sldId="278"/>
            <ac:spMk id="3" creationId="{BC0FD84A-9C1A-D451-85F0-3F56003CC5DD}"/>
          </ac:spMkLst>
        </pc:spChg>
        <pc:spChg chg="del">
          <ac:chgData name="Andreea-Maria Vlad" userId="750cd8714aefc1df" providerId="LiveId" clId="{CBF017F6-0881-4BF9-BC3F-96F6D9AEA10F}" dt="2025-05-20T18:33:00.325" v="1131" actId="478"/>
          <ac:spMkLst>
            <pc:docMk/>
            <pc:sldMk cId="0" sldId="278"/>
            <ac:spMk id="1219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3:00.325" v="1131" actId="478"/>
          <ac:spMkLst>
            <pc:docMk/>
            <pc:sldMk cId="0" sldId="278"/>
            <ac:spMk id="1220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3:00.325" v="1131" actId="478"/>
          <ac:spMkLst>
            <pc:docMk/>
            <pc:sldMk cId="0" sldId="278"/>
            <ac:spMk id="1221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3:00.325" v="1131" actId="478"/>
          <ac:spMkLst>
            <pc:docMk/>
            <pc:sldMk cId="0" sldId="278"/>
            <ac:spMk id="1222" creationId="{00000000-0000-0000-0000-000000000000}"/>
          </ac:spMkLst>
        </pc:spChg>
        <pc:spChg chg="mod">
          <ac:chgData name="Andreea-Maria Vlad" userId="750cd8714aefc1df" providerId="LiveId" clId="{CBF017F6-0881-4BF9-BC3F-96F6D9AEA10F}" dt="2025-05-16T10:21:13.152" v="783" actId="1076"/>
          <ac:spMkLst>
            <pc:docMk/>
            <pc:sldMk cId="0" sldId="278"/>
            <ac:spMk id="1223" creationId="{00000000-0000-0000-0000-000000000000}"/>
          </ac:spMkLst>
        </pc:spChg>
        <pc:spChg chg="mod">
          <ac:chgData name="Andreea-Maria Vlad" userId="750cd8714aefc1df" providerId="LiveId" clId="{CBF017F6-0881-4BF9-BC3F-96F6D9AEA10F}" dt="2025-05-20T18:33:30.789" v="1149" actId="1076"/>
          <ac:spMkLst>
            <pc:docMk/>
            <pc:sldMk cId="0" sldId="278"/>
            <ac:spMk id="1224" creationId="{00000000-0000-0000-0000-000000000000}"/>
          </ac:spMkLst>
        </pc:spChg>
        <pc:spChg chg="del">
          <ac:chgData name="Andreea-Maria Vlad" userId="750cd8714aefc1df" providerId="LiveId" clId="{CBF017F6-0881-4BF9-BC3F-96F6D9AEA10F}" dt="2025-05-20T18:32:53.450" v="1129" actId="478"/>
          <ac:spMkLst>
            <pc:docMk/>
            <pc:sldMk cId="0" sldId="278"/>
            <ac:spMk id="1225" creationId="{00000000-0000-0000-0000-000000000000}"/>
          </ac:spMkLst>
        </pc:spChg>
        <pc:grpChg chg="del">
          <ac:chgData name="Andreea-Maria Vlad" userId="750cd8714aefc1df" providerId="LiveId" clId="{CBF017F6-0881-4BF9-BC3F-96F6D9AEA10F}" dt="2025-05-20T18:33:00.325" v="1131" actId="478"/>
          <ac:grpSpMkLst>
            <pc:docMk/>
            <pc:sldMk cId="0" sldId="278"/>
            <ac:grpSpMk id="1226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3:00.325" v="1131" actId="478"/>
          <ac:grpSpMkLst>
            <pc:docMk/>
            <pc:sldMk cId="0" sldId="278"/>
            <ac:grpSpMk id="1229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3:00.325" v="1131" actId="478"/>
          <ac:grpSpMkLst>
            <pc:docMk/>
            <pc:sldMk cId="0" sldId="278"/>
            <ac:grpSpMk id="1234" creationId="{00000000-0000-0000-0000-000000000000}"/>
          </ac:grpSpMkLst>
        </pc:grpChg>
        <pc:grpChg chg="del">
          <ac:chgData name="Andreea-Maria Vlad" userId="750cd8714aefc1df" providerId="LiveId" clId="{CBF017F6-0881-4BF9-BC3F-96F6D9AEA10F}" dt="2025-05-20T18:33:00.325" v="1131" actId="478"/>
          <ac:grpSpMkLst>
            <pc:docMk/>
            <pc:sldMk cId="0" sldId="278"/>
            <ac:grpSpMk id="1237" creationId="{00000000-0000-0000-0000-000000000000}"/>
          </ac:grpSpMkLst>
        </pc:grpChg>
      </pc:sldChg>
      <pc:sldChg chg="add del">
        <pc:chgData name="Andreea-Maria Vlad" userId="750cd8714aefc1df" providerId="LiveId" clId="{CBF017F6-0881-4BF9-BC3F-96F6D9AEA10F}" dt="2025-05-16T10:21:16.798" v="785" actId="47"/>
        <pc:sldMkLst>
          <pc:docMk/>
          <pc:sldMk cId="0" sldId="279"/>
        </pc:sldMkLst>
      </pc:sldChg>
      <pc:sldChg chg="addSp delSp modSp mod ord modTransition modNotesTx">
        <pc:chgData name="Andreea-Maria Vlad" userId="750cd8714aefc1df" providerId="LiveId" clId="{CBF017F6-0881-4BF9-BC3F-96F6D9AEA10F}" dt="2025-05-20T18:31:07.349" v="1078"/>
        <pc:sldMkLst>
          <pc:docMk/>
          <pc:sldMk cId="2568847653" sldId="279"/>
        </pc:sldMkLst>
        <pc:spChg chg="mod">
          <ac:chgData name="Andreea-Maria Vlad" userId="750cd8714aefc1df" providerId="LiveId" clId="{CBF017F6-0881-4BF9-BC3F-96F6D9AEA10F}" dt="2025-05-18T14:46:19.848" v="850" actId="1076"/>
          <ac:spMkLst>
            <pc:docMk/>
            <pc:sldMk cId="2568847653" sldId="279"/>
            <ac:spMk id="1138" creationId="{E46D4CC8-607C-F20D-F491-0A7D2DFF1323}"/>
          </ac:spMkLst>
        </pc:spChg>
        <pc:spChg chg="mod">
          <ac:chgData name="Andreea-Maria Vlad" userId="750cd8714aefc1df" providerId="LiveId" clId="{CBF017F6-0881-4BF9-BC3F-96F6D9AEA10F}" dt="2025-05-18T14:51:11.724" v="942" actId="2"/>
          <ac:spMkLst>
            <pc:docMk/>
            <pc:sldMk cId="2568847653" sldId="279"/>
            <ac:spMk id="1139" creationId="{DF5ACD46-BDF7-7906-D5A9-D7CD7A74B46D}"/>
          </ac:spMkLst>
        </pc:spChg>
        <pc:spChg chg="mod">
          <ac:chgData name="Andreea-Maria Vlad" userId="750cd8714aefc1df" providerId="LiveId" clId="{CBF017F6-0881-4BF9-BC3F-96F6D9AEA10F}" dt="2025-05-18T14:50:41.788" v="923" actId="1076"/>
          <ac:spMkLst>
            <pc:docMk/>
            <pc:sldMk cId="2568847653" sldId="279"/>
            <ac:spMk id="1140" creationId="{56A7DD6A-BEAC-D5C6-E233-0F383A81E945}"/>
          </ac:spMkLst>
        </pc:spChg>
        <pc:grpChg chg="mod">
          <ac:chgData name="Andreea-Maria Vlad" userId="750cd8714aefc1df" providerId="LiveId" clId="{CBF017F6-0881-4BF9-BC3F-96F6D9AEA10F}" dt="2025-05-18T14:50:41.788" v="923" actId="1076"/>
          <ac:grpSpMkLst>
            <pc:docMk/>
            <pc:sldMk cId="2568847653" sldId="279"/>
            <ac:grpSpMk id="1142" creationId="{D98F85EA-4143-16B9-AB94-AB4AD02480CC}"/>
          </ac:grpSpMkLst>
        </pc:grpChg>
        <pc:picChg chg="add mod modCrop">
          <ac:chgData name="Andreea-Maria Vlad" userId="750cd8714aefc1df" providerId="LiveId" clId="{CBF017F6-0881-4BF9-BC3F-96F6D9AEA10F}" dt="2025-05-18T14:50:41.788" v="923" actId="1076"/>
          <ac:picMkLst>
            <pc:docMk/>
            <pc:sldMk cId="2568847653" sldId="279"/>
            <ac:picMk id="3" creationId="{D5A52BCE-0DA6-785A-CCB9-88A6918FE95B}"/>
          </ac:picMkLst>
        </pc:picChg>
      </pc:sldChg>
      <pc:sldChg chg="del">
        <pc:chgData name="Andreea-Maria Vlad" userId="750cd8714aefc1df" providerId="LiveId" clId="{CBF017F6-0881-4BF9-BC3F-96F6D9AEA10F}" dt="2025-05-16T10:21:03.803" v="780" actId="47"/>
        <pc:sldMkLst>
          <pc:docMk/>
          <pc:sldMk cId="0" sldId="280"/>
        </pc:sldMkLst>
      </pc:sldChg>
      <pc:sldChg chg="modTransition">
        <pc:chgData name="Andreea-Maria Vlad" userId="750cd8714aefc1df" providerId="LiveId" clId="{CBF017F6-0881-4BF9-BC3F-96F6D9AEA10F}" dt="2025-05-20T18:31:07.349" v="1078"/>
        <pc:sldMkLst>
          <pc:docMk/>
          <pc:sldMk cId="1041867253" sldId="280"/>
        </pc:sldMkLst>
      </pc:sldChg>
      <pc:sldChg chg="del">
        <pc:chgData name="Andreea-Maria Vlad" userId="750cd8714aefc1df" providerId="LiveId" clId="{CBF017F6-0881-4BF9-BC3F-96F6D9AEA10F}" dt="2025-05-16T10:20:51.898" v="777" actId="47"/>
        <pc:sldMkLst>
          <pc:docMk/>
          <pc:sldMk cId="0" sldId="281"/>
        </pc:sldMkLst>
      </pc:sldChg>
      <pc:sldChg chg="modTransition">
        <pc:chgData name="Andreea-Maria Vlad" userId="750cd8714aefc1df" providerId="LiveId" clId="{CBF017F6-0881-4BF9-BC3F-96F6D9AEA10F}" dt="2025-05-20T18:31:07.349" v="1078"/>
        <pc:sldMkLst>
          <pc:docMk/>
          <pc:sldMk cId="2927267670" sldId="281"/>
        </pc:sldMkLst>
      </pc:sldChg>
      <pc:sldChg chg="del">
        <pc:chgData name="Andreea-Maria Vlad" userId="750cd8714aefc1df" providerId="LiveId" clId="{CBF017F6-0881-4BF9-BC3F-96F6D9AEA10F}" dt="2025-05-16T10:20:51.898" v="777" actId="47"/>
        <pc:sldMkLst>
          <pc:docMk/>
          <pc:sldMk cId="0" sldId="282"/>
        </pc:sldMkLst>
      </pc:sldChg>
      <pc:sldChg chg="del">
        <pc:chgData name="Andreea-Maria Vlad" userId="750cd8714aefc1df" providerId="LiveId" clId="{CBF017F6-0881-4BF9-BC3F-96F6D9AEA10F}" dt="2025-05-16T10:20:51.898" v="777" actId="47"/>
        <pc:sldMkLst>
          <pc:docMk/>
          <pc:sldMk cId="0" sldId="283"/>
        </pc:sldMkLst>
      </pc:sldChg>
      <pc:sldChg chg="del">
        <pc:chgData name="Andreea-Maria Vlad" userId="750cd8714aefc1df" providerId="LiveId" clId="{CBF017F6-0881-4BF9-BC3F-96F6D9AEA10F}" dt="2025-05-16T10:20:51.898" v="777" actId="47"/>
        <pc:sldMkLst>
          <pc:docMk/>
          <pc:sldMk cId="0" sldId="284"/>
        </pc:sldMkLst>
      </pc:sldChg>
      <pc:sldChg chg="del">
        <pc:chgData name="Andreea-Maria Vlad" userId="750cd8714aefc1df" providerId="LiveId" clId="{CBF017F6-0881-4BF9-BC3F-96F6D9AEA10F}" dt="2025-05-16T10:20:51.898" v="777" actId="47"/>
        <pc:sldMkLst>
          <pc:docMk/>
          <pc:sldMk cId="0" sldId="285"/>
        </pc:sldMkLst>
      </pc:sldChg>
      <pc:sldChg chg="del">
        <pc:chgData name="Andreea-Maria Vlad" userId="750cd8714aefc1df" providerId="LiveId" clId="{CBF017F6-0881-4BF9-BC3F-96F6D9AEA10F}" dt="2025-05-16T10:20:55.242" v="778" actId="47"/>
        <pc:sldMkLst>
          <pc:docMk/>
          <pc:sldMk cId="0" sldId="286"/>
        </pc:sldMkLst>
      </pc:sldChg>
      <pc:sldChg chg="del">
        <pc:chgData name="Andreea-Maria Vlad" userId="750cd8714aefc1df" providerId="LiveId" clId="{CBF017F6-0881-4BF9-BC3F-96F6D9AEA10F}" dt="2025-05-16T10:20:55.242" v="778" actId="47"/>
        <pc:sldMkLst>
          <pc:docMk/>
          <pc:sldMk cId="0" sldId="287"/>
        </pc:sldMkLst>
      </pc:sldChg>
      <pc:sldChg chg="del">
        <pc:chgData name="Andreea-Maria Vlad" userId="750cd8714aefc1df" providerId="LiveId" clId="{CBF017F6-0881-4BF9-BC3F-96F6D9AEA10F}" dt="2025-05-16T10:20:55.242" v="778" actId="47"/>
        <pc:sldMkLst>
          <pc:docMk/>
          <pc:sldMk cId="0" sldId="288"/>
        </pc:sldMkLst>
      </pc:sldChg>
      <pc:sldChg chg="del">
        <pc:chgData name="Andreea-Maria Vlad" userId="750cd8714aefc1df" providerId="LiveId" clId="{CBF017F6-0881-4BF9-BC3F-96F6D9AEA10F}" dt="2025-05-16T10:20:55.242" v="778" actId="47"/>
        <pc:sldMkLst>
          <pc:docMk/>
          <pc:sldMk cId="0" sldId="289"/>
        </pc:sldMkLst>
      </pc:sldChg>
      <pc:sldChg chg="del">
        <pc:chgData name="Andreea-Maria Vlad" userId="750cd8714aefc1df" providerId="LiveId" clId="{CBF017F6-0881-4BF9-BC3F-96F6D9AEA10F}" dt="2025-05-16T10:20:55.242" v="778" actId="47"/>
        <pc:sldMkLst>
          <pc:docMk/>
          <pc:sldMk cId="0" sldId="290"/>
        </pc:sldMkLst>
      </pc:sldChg>
      <pc:sldChg chg="del">
        <pc:chgData name="Andreea-Maria Vlad" userId="750cd8714aefc1df" providerId="LiveId" clId="{CBF017F6-0881-4BF9-BC3F-96F6D9AEA10F}" dt="2025-05-16T10:20:58.360" v="779" actId="47"/>
        <pc:sldMkLst>
          <pc:docMk/>
          <pc:sldMk cId="0" sldId="291"/>
        </pc:sldMkLst>
      </pc:sldChg>
      <pc:sldMasterChg chg="modTransition delSldLayout modSldLayout">
        <pc:chgData name="Andreea-Maria Vlad" userId="750cd8714aefc1df" providerId="LiveId" clId="{CBF017F6-0881-4BF9-BC3F-96F6D9AEA10F}" dt="2025-05-20T18:45:12.260" v="1259" actId="47"/>
        <pc:sldMasterMkLst>
          <pc:docMk/>
          <pc:sldMasterMk cId="0" sldId="2147483675"/>
        </pc:sldMasterMkLst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48"/>
          </pc:sldLayoutMkLst>
        </pc:sldLayoutChg>
        <pc:sldLayoutChg chg="del modTransition">
          <pc:chgData name="Andreea-Maria Vlad" userId="750cd8714aefc1df" providerId="LiveId" clId="{CBF017F6-0881-4BF9-BC3F-96F6D9AEA10F}" dt="2025-05-20T18:45:12.260" v="1259" actId="47"/>
          <pc:sldLayoutMkLst>
            <pc:docMk/>
            <pc:sldMasterMk cId="0" sldId="2147483675"/>
            <pc:sldLayoutMk cId="0" sldId="2147483649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0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2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3"/>
          </pc:sldLayoutMkLst>
        </pc:sldLayoutChg>
        <pc:sldLayoutChg chg="del modTransition">
          <pc:chgData name="Andreea-Maria Vlad" userId="750cd8714aefc1df" providerId="LiveId" clId="{CBF017F6-0881-4BF9-BC3F-96F6D9AEA10F}" dt="2025-05-20T18:32:38.319" v="1128" actId="47"/>
          <pc:sldLayoutMkLst>
            <pc:docMk/>
            <pc:sldMasterMk cId="0" sldId="2147483675"/>
            <pc:sldLayoutMk cId="0" sldId="2147483654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5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8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59"/>
          </pc:sldLayoutMkLst>
        </pc:sldLayoutChg>
        <pc:sldLayoutChg chg="del">
          <pc:chgData name="Andreea-Maria Vlad" userId="750cd8714aefc1df" providerId="LiveId" clId="{CBF017F6-0881-4BF9-BC3F-96F6D9AEA10F}" dt="2025-05-16T10:21:03.803" v="780" actId="47"/>
          <pc:sldLayoutMkLst>
            <pc:docMk/>
            <pc:sldMasterMk cId="0" sldId="2147483675"/>
            <pc:sldLayoutMk cId="0" sldId="2147483667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68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70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71"/>
          </pc:sldLayoutMkLst>
        </pc:sldLayoutChg>
        <pc:sldLayoutChg chg="modTransition">
          <pc:chgData name="Andreea-Maria Vlad" userId="750cd8714aefc1df" providerId="LiveId" clId="{CBF017F6-0881-4BF9-BC3F-96F6D9AEA10F}" dt="2025-05-20T18:31:07.349" v="1078"/>
          <pc:sldLayoutMkLst>
            <pc:docMk/>
            <pc:sldMasterMk cId="0" sldId="2147483675"/>
            <pc:sldLayoutMk cId="0" sldId="2147483672"/>
          </pc:sldLayoutMkLst>
        </pc:sldLayoutChg>
      </pc:sldMasterChg>
      <pc:sldMasterChg chg="del delSldLayout">
        <pc:chgData name="Andreea-Maria Vlad" userId="750cd8714aefc1df" providerId="LiveId" clId="{CBF017F6-0881-4BF9-BC3F-96F6D9AEA10F}" dt="2025-05-16T10:20:58.360" v="779" actId="47"/>
        <pc:sldMasterMkLst>
          <pc:docMk/>
          <pc:sldMasterMk cId="0" sldId="2147483676"/>
        </pc:sldMasterMkLst>
        <pc:sldLayoutChg chg="del">
          <pc:chgData name="Andreea-Maria Vlad" userId="750cd8714aefc1df" providerId="LiveId" clId="{CBF017F6-0881-4BF9-BC3F-96F6D9AEA10F}" dt="2025-05-16T10:20:58.360" v="779" actId="47"/>
          <pc:sldLayoutMkLst>
            <pc:docMk/>
            <pc:sldMasterMk cId="0" sldId="2147483676"/>
            <pc:sldLayoutMk cId="0" sldId="2147483673"/>
          </pc:sldLayoutMkLst>
        </pc:sldLayoutChg>
        <pc:sldLayoutChg chg="del">
          <pc:chgData name="Andreea-Maria Vlad" userId="750cd8714aefc1df" providerId="LiveId" clId="{CBF017F6-0881-4BF9-BC3F-96F6D9AEA10F}" dt="2025-05-16T10:20:51.898" v="777" actId="47"/>
          <pc:sldLayoutMkLst>
            <pc:docMk/>
            <pc:sldMasterMk cId="0" sldId="2147483676"/>
            <pc:sldLayoutMk cId="0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c6ac5e878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c6ac5e8787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 vrut să arătăm că poți reproduce funcționalități din sistemele de parcare comerciale cu componente de bază. Dar mai mult decât atât, am gândit proiectul ca un suport educațional – un sistem modular care poate fi învățat, modificat și extins. În plus, se poate adapta la scopuri sociale, cum ar fi ghidare pentru persoane cu dizabilități.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 lipsește adesea în tehnologiile auto este personalitatea. Noi am vrut ca sistemul să comunice și altfel decât prin tonuri monotone. LED-ul RGB exprimă starea sistemului, iar capsorul ‘supărat’ adaugă un strat subtil de emoție.</a:t>
            </a:r>
            <a:endParaRPr sz="110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0facb75130_0_1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0facb75130_0_1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0facb75130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0facb75130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Placă de dezvoltare versatilă, ideală pentru proiecte embedded, educaționale și prototipare rapidă.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programează ușor prin Arduino IDE, folosind limbaj C++ simplificat.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Senzor de distanță precis, ideal pentru măsurători fără contact.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73A358C1-2E65-1BF9-FD26-163A4DA6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85cf8b5f36_0_6059:notes">
            <a:extLst>
              <a:ext uri="{FF2B5EF4-FFF2-40B4-BE49-F238E27FC236}">
                <a16:creationId xmlns:a16="http://schemas.microsoft.com/office/drawing/2014/main" id="{58E13752-D328-F7AE-DE48-52EF875C6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85cf8b5f36_0_6059:notes">
            <a:extLst>
              <a:ext uri="{FF2B5EF4-FFF2-40B4-BE49-F238E27FC236}">
                <a16:creationId xmlns:a16="http://schemas.microsoft.com/office/drawing/2014/main" id="{80AEB289-834A-A6DA-F802-341E7FDA7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Consum redus de curent, lizibil chiar și în condiții de iluminare slabă (cu backlight)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622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>
          <a:extLst>
            <a:ext uri="{FF2B5EF4-FFF2-40B4-BE49-F238E27FC236}">
              <a16:creationId xmlns:a16="http://schemas.microsoft.com/office/drawing/2014/main" id="{6D04109F-A1D4-6C19-42E5-F38B4EC4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c6ac5e8787_1_193:notes">
            <a:extLst>
              <a:ext uri="{FF2B5EF4-FFF2-40B4-BE49-F238E27FC236}">
                <a16:creationId xmlns:a16="http://schemas.microsoft.com/office/drawing/2014/main" id="{071579C1-C658-06E6-BE25-4F234708E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c6ac5e8787_1_193:notes">
            <a:extLst>
              <a:ext uri="{FF2B5EF4-FFF2-40B4-BE49-F238E27FC236}">
                <a16:creationId xmlns:a16="http://schemas.microsoft.com/office/drawing/2014/main" id="{2AAFB7FC-4CEF-AE89-9666-5D7406B9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Ideal pentru aplicații ușoare de rotație precisă.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20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c6ac5e8787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c6ac5e8787_1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Ideal pentru aplicații ușoare de rotație precisă.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D4933174-ED19-A2A5-FDA5-E1627B9C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0facb75130_0_1009:notes">
            <a:extLst>
              <a:ext uri="{FF2B5EF4-FFF2-40B4-BE49-F238E27FC236}">
                <a16:creationId xmlns:a16="http://schemas.microsoft.com/office/drawing/2014/main" id="{E5D94A5F-96ED-6A3E-050E-37D25A2E9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0facb75130_0_1009:notes">
            <a:extLst>
              <a:ext uri="{FF2B5EF4-FFF2-40B4-BE49-F238E27FC236}">
                <a16:creationId xmlns:a16="http://schemas.microsoft.com/office/drawing/2014/main" id="{C21F58F1-6E8B-154E-CA94-9343286CB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None/>
              <a:tabLst/>
              <a:defRPr/>
            </a:pP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789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10facb75130_0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10facb75130_0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0facb75130_0_1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0facb75130_0_1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"/>
            <p:cNvSpPr/>
            <p:nvPr/>
          </p:nvSpPr>
          <p:spPr>
            <a:xfrm>
              <a:off x="-1901322" y="1923004"/>
              <a:ext cx="2552990" cy="1507257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929521" y="-366300"/>
              <a:ext cx="3031815" cy="2004573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28" name="Google Shape;28;p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634700" y="-1073869"/>
            <a:ext cx="7542166" cy="7636641"/>
            <a:chOff x="5482300" y="-1150069"/>
            <a:chExt cx="7542166" cy="7636641"/>
          </a:xfrm>
        </p:grpSpPr>
        <p:sp>
          <p:nvSpPr>
            <p:cNvPr id="30" name="Google Shape;30;p2"/>
            <p:cNvSpPr/>
            <p:nvPr/>
          </p:nvSpPr>
          <p:spPr>
            <a:xfrm rot="10800000" flipH="1">
              <a:off x="6369828" y="-1150069"/>
              <a:ext cx="6654639" cy="7636641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1" name="Google Shape;31;p2"/>
            <p:cNvGrpSpPr/>
            <p:nvPr/>
          </p:nvGrpSpPr>
          <p:grpSpPr>
            <a:xfrm rot="10800000" flipH="1">
              <a:off x="6016263" y="1621720"/>
              <a:ext cx="2553081" cy="3705670"/>
              <a:chOff x="6769513" y="299393"/>
              <a:chExt cx="1308620" cy="18995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9" name="Google Shape;39;p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48" name="Google Shape;48;p2"/>
            <p:cNvSpPr/>
            <p:nvPr/>
          </p:nvSpPr>
          <p:spPr>
            <a:xfrm rot="10800000" flipH="1">
              <a:off x="7424539" y="4645063"/>
              <a:ext cx="727773" cy="727773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"/>
          <p:cNvGrpSpPr/>
          <p:nvPr/>
        </p:nvGrpSpPr>
        <p:grpSpPr>
          <a:xfrm>
            <a:off x="-859697" y="-661345"/>
            <a:ext cx="2552998" cy="2062932"/>
            <a:chOff x="-859697" y="-661345"/>
            <a:chExt cx="2552998" cy="2062932"/>
          </a:xfrm>
        </p:grpSpPr>
        <p:sp>
          <p:nvSpPr>
            <p:cNvPr id="103" name="Google Shape;103;p4"/>
            <p:cNvSpPr/>
            <p:nvPr/>
          </p:nvSpPr>
          <p:spPr>
            <a:xfrm>
              <a:off x="-859697" y="-66134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-107627" y="-466741"/>
              <a:ext cx="1226141" cy="1868328"/>
            </a:xfrm>
            <a:custGeom>
              <a:avLst/>
              <a:gdLst/>
              <a:ahLst/>
              <a:cxnLst/>
              <a:rect l="l" t="t" r="r" b="b"/>
              <a:pathLst>
                <a:path w="9728" h="14823" extrusionOk="0">
                  <a:moveTo>
                    <a:pt x="9640" y="0"/>
                  </a:moveTo>
                  <a:lnTo>
                    <a:pt x="4148" y="5492"/>
                  </a:lnTo>
                  <a:lnTo>
                    <a:pt x="4148" y="10588"/>
                  </a:lnTo>
                  <a:lnTo>
                    <a:pt x="1" y="14735"/>
                  </a:lnTo>
                  <a:lnTo>
                    <a:pt x="89" y="14823"/>
                  </a:lnTo>
                  <a:lnTo>
                    <a:pt x="4272" y="10640"/>
                  </a:lnTo>
                  <a:lnTo>
                    <a:pt x="4272" y="5544"/>
                  </a:lnTo>
                  <a:lnTo>
                    <a:pt x="9728" y="88"/>
                  </a:lnTo>
                  <a:lnTo>
                    <a:pt x="9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5" name="Google Shape;105;p4"/>
          <p:cNvGrpSpPr/>
          <p:nvPr/>
        </p:nvGrpSpPr>
        <p:grpSpPr>
          <a:xfrm>
            <a:off x="7218415" y="1051567"/>
            <a:ext cx="3942356" cy="4639226"/>
            <a:chOff x="7276179" y="1051567"/>
            <a:chExt cx="3942356" cy="4639226"/>
          </a:xfrm>
        </p:grpSpPr>
        <p:sp>
          <p:nvSpPr>
            <p:cNvPr id="106" name="Google Shape;106;p4"/>
            <p:cNvSpPr/>
            <p:nvPr/>
          </p:nvSpPr>
          <p:spPr>
            <a:xfrm>
              <a:off x="7276179" y="3686213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07" name="Google Shape;107;p4"/>
            <p:cNvGrpSpPr/>
            <p:nvPr/>
          </p:nvGrpSpPr>
          <p:grpSpPr>
            <a:xfrm>
              <a:off x="8615789" y="1051567"/>
              <a:ext cx="2602747" cy="3802366"/>
              <a:chOff x="278245" y="-112475"/>
              <a:chExt cx="2281910" cy="3333654"/>
            </a:xfrm>
          </p:grpSpPr>
          <p:grpSp>
            <p:nvGrpSpPr>
              <p:cNvPr id="108" name="Google Shape;108;p4"/>
              <p:cNvGrpSpPr/>
              <p:nvPr/>
            </p:nvGrpSpPr>
            <p:grpSpPr>
              <a:xfrm>
                <a:off x="278245" y="-112475"/>
                <a:ext cx="2281910" cy="3264909"/>
                <a:chOff x="1181475" y="2060725"/>
                <a:chExt cx="600250" cy="858825"/>
              </a:xfrm>
            </p:grpSpPr>
            <p:sp>
              <p:nvSpPr>
                <p:cNvPr id="109" name="Google Shape;109;p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0" name="Google Shape;110;p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111" name="Google Shape;111;p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20000" y="1098950"/>
            <a:ext cx="7704000" cy="35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6"/>
          <p:cNvGrpSpPr/>
          <p:nvPr/>
        </p:nvGrpSpPr>
        <p:grpSpPr>
          <a:xfrm>
            <a:off x="-859697" y="-661345"/>
            <a:ext cx="2552998" cy="2062932"/>
            <a:chOff x="-859697" y="-661345"/>
            <a:chExt cx="2552998" cy="2062932"/>
          </a:xfrm>
        </p:grpSpPr>
        <p:sp>
          <p:nvSpPr>
            <p:cNvPr id="153" name="Google Shape;153;p6"/>
            <p:cNvSpPr/>
            <p:nvPr/>
          </p:nvSpPr>
          <p:spPr>
            <a:xfrm>
              <a:off x="-859697" y="-66134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-107627" y="-466741"/>
              <a:ext cx="1226141" cy="1868328"/>
            </a:xfrm>
            <a:custGeom>
              <a:avLst/>
              <a:gdLst/>
              <a:ahLst/>
              <a:cxnLst/>
              <a:rect l="l" t="t" r="r" b="b"/>
              <a:pathLst>
                <a:path w="9728" h="14823" extrusionOk="0">
                  <a:moveTo>
                    <a:pt x="9640" y="0"/>
                  </a:moveTo>
                  <a:lnTo>
                    <a:pt x="4148" y="5492"/>
                  </a:lnTo>
                  <a:lnTo>
                    <a:pt x="4148" y="10588"/>
                  </a:lnTo>
                  <a:lnTo>
                    <a:pt x="1" y="14735"/>
                  </a:lnTo>
                  <a:lnTo>
                    <a:pt x="89" y="14823"/>
                  </a:lnTo>
                  <a:lnTo>
                    <a:pt x="4272" y="10640"/>
                  </a:lnTo>
                  <a:lnTo>
                    <a:pt x="4272" y="5544"/>
                  </a:lnTo>
                  <a:lnTo>
                    <a:pt x="9728" y="88"/>
                  </a:lnTo>
                  <a:lnTo>
                    <a:pt x="9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7218415" y="1203967"/>
            <a:ext cx="3942356" cy="4639226"/>
            <a:chOff x="7276179" y="1051567"/>
            <a:chExt cx="3942356" cy="4639226"/>
          </a:xfrm>
        </p:grpSpPr>
        <p:sp>
          <p:nvSpPr>
            <p:cNvPr id="156" name="Google Shape;156;p6"/>
            <p:cNvSpPr/>
            <p:nvPr/>
          </p:nvSpPr>
          <p:spPr>
            <a:xfrm>
              <a:off x="7276179" y="3686213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7" name="Google Shape;157;p6"/>
            <p:cNvGrpSpPr/>
            <p:nvPr/>
          </p:nvGrpSpPr>
          <p:grpSpPr>
            <a:xfrm>
              <a:off x="8615789" y="1051567"/>
              <a:ext cx="2602747" cy="3802366"/>
              <a:chOff x="278245" y="-112475"/>
              <a:chExt cx="2281910" cy="3333654"/>
            </a:xfrm>
          </p:grpSpPr>
          <p:grpSp>
            <p:nvGrpSpPr>
              <p:cNvPr id="158" name="Google Shape;158;p6"/>
              <p:cNvGrpSpPr/>
              <p:nvPr/>
            </p:nvGrpSpPr>
            <p:grpSpPr>
              <a:xfrm>
                <a:off x="278245" y="-112475"/>
                <a:ext cx="2281910" cy="3264909"/>
                <a:chOff x="1181475" y="2060725"/>
                <a:chExt cx="600250" cy="858825"/>
              </a:xfrm>
            </p:grpSpPr>
            <p:sp>
              <p:nvSpPr>
                <p:cNvPr id="159" name="Google Shape;159;p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0" name="Google Shape;160;p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161" name="Google Shape;161;p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62" name="Google Shape;162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7"/>
          <p:cNvGrpSpPr/>
          <p:nvPr/>
        </p:nvGrpSpPr>
        <p:grpSpPr>
          <a:xfrm>
            <a:off x="-1088076" y="-1000252"/>
            <a:ext cx="3803740" cy="4516379"/>
            <a:chOff x="-1060422" y="-1000252"/>
            <a:chExt cx="3803740" cy="4516379"/>
          </a:xfrm>
        </p:grpSpPr>
        <p:sp>
          <p:nvSpPr>
            <p:cNvPr id="165" name="Google Shape;165;p7"/>
            <p:cNvSpPr/>
            <p:nvPr/>
          </p:nvSpPr>
          <p:spPr>
            <a:xfrm>
              <a:off x="-1060422" y="-8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6" name="Google Shape;166;p7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167" name="Google Shape;167;p7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69" name="Google Shape;169;p7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170" name="Google Shape;170;p7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171" name="Google Shape;171;p7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" name="Google Shape;172;p7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176" name="Google Shape;176;p7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77" name="Google Shape;177;p7"/>
          <p:cNvGrpSpPr/>
          <p:nvPr/>
        </p:nvGrpSpPr>
        <p:grpSpPr>
          <a:xfrm>
            <a:off x="265779" y="4373872"/>
            <a:ext cx="4306224" cy="2966902"/>
            <a:chOff x="293432" y="4373872"/>
            <a:chExt cx="4306224" cy="2966902"/>
          </a:xfrm>
        </p:grpSpPr>
        <p:grpSp>
          <p:nvGrpSpPr>
            <p:cNvPr id="178" name="Google Shape;178;p7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179" name="Google Shape;179;p7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 rot="5400000" flipH="1">
              <a:off x="963093" y="3704212"/>
              <a:ext cx="2966902" cy="4306224"/>
              <a:chOff x="6769513" y="299393"/>
              <a:chExt cx="1308620" cy="1899525"/>
            </a:xfrm>
          </p:grpSpPr>
          <p:sp>
            <p:nvSpPr>
              <p:cNvPr id="188" name="Google Shape;188;p7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94" name="Google Shape;194;p7"/>
          <p:cNvSpPr txBox="1">
            <a:spLocks noGrp="1"/>
          </p:cNvSpPr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subTitle" idx="1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>
            <a:spLocks noGrp="1"/>
          </p:cNvSpPr>
          <p:nvPr>
            <p:ph type="subTitle" idx="1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253" name="Google Shape;253;p9"/>
          <p:cNvGrpSpPr/>
          <p:nvPr/>
        </p:nvGrpSpPr>
        <p:grpSpPr>
          <a:xfrm>
            <a:off x="4590435" y="-1007875"/>
            <a:ext cx="6038600" cy="7441011"/>
            <a:chOff x="4590435" y="-1007875"/>
            <a:chExt cx="6038600" cy="7441011"/>
          </a:xfrm>
        </p:grpSpPr>
        <p:sp>
          <p:nvSpPr>
            <p:cNvPr id="254" name="Google Shape;254;p9"/>
            <p:cNvSpPr/>
            <p:nvPr/>
          </p:nvSpPr>
          <p:spPr>
            <a:xfrm>
              <a:off x="5025290" y="1403608"/>
              <a:ext cx="5603746" cy="5029527"/>
            </a:xfrm>
            <a:custGeom>
              <a:avLst/>
              <a:gdLst/>
              <a:ahLst/>
              <a:cxnLst/>
              <a:rect l="l" t="t" r="r" b="b"/>
              <a:pathLst>
                <a:path w="69259" h="62162" extrusionOk="0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4590435" y="-831208"/>
              <a:ext cx="5930985" cy="6805915"/>
            </a:xfrm>
            <a:custGeom>
              <a:avLst/>
              <a:gdLst/>
              <a:ahLst/>
              <a:cxnLst/>
              <a:rect l="l" t="t" r="r" b="b"/>
              <a:pathLst>
                <a:path w="69537" h="79795" extrusionOk="0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56" name="Google Shape;256;p9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76" extrusionOk="0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65" name="Google Shape;265;p9"/>
            <p:cNvGrpSpPr/>
            <p:nvPr/>
          </p:nvGrpSpPr>
          <p:grpSpPr>
            <a:xfrm>
              <a:off x="5052941" y="-1007875"/>
              <a:ext cx="3372034" cy="3579622"/>
              <a:chOff x="6474042" y="-61911"/>
              <a:chExt cx="4446247" cy="4719966"/>
            </a:xfrm>
          </p:grpSpPr>
          <p:sp>
            <p:nvSpPr>
              <p:cNvPr id="266" name="Google Shape;266;p9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5490" extrusionOk="0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5" extrusionOk="0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71" name="Google Shape;271;p9"/>
            <p:cNvSpPr/>
            <p:nvPr/>
          </p:nvSpPr>
          <p:spPr>
            <a:xfrm>
              <a:off x="7522237" y="-209327"/>
              <a:ext cx="1798786" cy="1791641"/>
            </a:xfrm>
            <a:custGeom>
              <a:avLst/>
              <a:gdLst/>
              <a:ahLst/>
              <a:cxnLst/>
              <a:rect l="l" t="t" r="r" b="b"/>
              <a:pathLst>
                <a:path w="14030" h="13974" extrusionOk="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72" name="Google Shape;272;p9"/>
            <p:cNvGrpSpPr/>
            <p:nvPr/>
          </p:nvGrpSpPr>
          <p:grpSpPr>
            <a:xfrm>
              <a:off x="6066323" y="845916"/>
              <a:ext cx="3431384" cy="3617769"/>
              <a:chOff x="5563238" y="409147"/>
              <a:chExt cx="4473190" cy="4716163"/>
            </a:xfrm>
          </p:grpSpPr>
          <p:sp>
            <p:nvSpPr>
              <p:cNvPr id="273" name="Google Shape;273;p9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490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275" extrusionOk="0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avLst/>
                <a:gdLst/>
                <a:ahLst/>
                <a:cxnLst/>
                <a:rect l="l" t="t" r="r" b="b"/>
                <a:pathLst>
                  <a:path w="14030" h="13974" extrusionOk="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79" name="Google Shape;279;p9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330" extrusionOk="0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334" extrusionOk="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>
              <a:off x="8049231" y="4543486"/>
              <a:ext cx="744777" cy="130184"/>
              <a:chOff x="8829494" y="3047299"/>
              <a:chExt cx="744777" cy="130184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438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92" name="Google Shape;292;p9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293" name="Google Shape;293;p9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avLst/>
                <a:gdLst/>
                <a:ahLst/>
                <a:cxnLst/>
                <a:rect l="l" t="t" r="r" b="b"/>
                <a:pathLst>
                  <a:path w="30499" h="9040" extrusionOk="0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7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 hasCustomPrompt="1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1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2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3" hasCustomPrompt="1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4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5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6" hasCustomPrompt="1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subTitle" idx="7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8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title" idx="13" hasCustomPrompt="1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14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5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371" name="Google Shape;371;p13"/>
            <p:cNvSpPr/>
            <p:nvPr/>
          </p:nvSpPr>
          <p:spPr>
            <a:xfrm>
              <a:off x="-3389800" y="-360873"/>
              <a:ext cx="6322114" cy="7255046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72" name="Google Shape;372;p13"/>
            <p:cNvGrpSpPr/>
            <p:nvPr/>
          </p:nvGrpSpPr>
          <p:grpSpPr>
            <a:xfrm>
              <a:off x="-1419600" y="387590"/>
              <a:ext cx="2381713" cy="3328977"/>
              <a:chOff x="7655072" y="-407632"/>
              <a:chExt cx="2008529" cy="2807368"/>
            </a:xfrm>
          </p:grpSpPr>
          <p:sp>
            <p:nvSpPr>
              <p:cNvPr id="373" name="Google Shape;373;p1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avLst/>
                <a:gdLst/>
                <a:ahLst/>
                <a:cxnLst/>
                <a:rect l="l" t="t" r="r" b="b"/>
                <a:pathLst>
                  <a:path w="32508" h="45293" extrusionOk="0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600" extrusionOk="0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377" extrusionOk="0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4924" extrusionOk="0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78" name="Google Shape;378;p1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379" name="Google Shape;379;p1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81" name="Google Shape;381;p1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382" name="Google Shape;382;p1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85" name="Google Shape;385;p1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386" name="Google Shape;386;p13"/>
            <p:cNvSpPr/>
            <p:nvPr/>
          </p:nvSpPr>
          <p:spPr>
            <a:xfrm>
              <a:off x="6133478" y="-1088649"/>
              <a:ext cx="7166740" cy="6435526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7" name="Google Shape;387;p1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388" name="Google Shape;388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96" name="Google Shape;396;p13"/>
            <p:cNvGrpSpPr/>
            <p:nvPr/>
          </p:nvGrpSpPr>
          <p:grpSpPr>
            <a:xfrm>
              <a:off x="8389396" y="1055350"/>
              <a:ext cx="1228886" cy="2188720"/>
              <a:chOff x="8389396" y="1055350"/>
              <a:chExt cx="1228886" cy="2188720"/>
            </a:xfrm>
          </p:grpSpPr>
          <p:sp>
            <p:nvSpPr>
              <p:cNvPr id="397" name="Google Shape;397;p1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0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22"/>
          <p:cNvGrpSpPr/>
          <p:nvPr/>
        </p:nvGrpSpPr>
        <p:grpSpPr>
          <a:xfrm>
            <a:off x="6637249" y="3517397"/>
            <a:ext cx="3213277" cy="3529318"/>
            <a:chOff x="6484849" y="3631196"/>
            <a:chExt cx="3213277" cy="3529318"/>
          </a:xfrm>
        </p:grpSpPr>
        <p:sp>
          <p:nvSpPr>
            <p:cNvPr id="678" name="Google Shape;678;p22"/>
            <p:cNvSpPr/>
            <p:nvPr/>
          </p:nvSpPr>
          <p:spPr>
            <a:xfrm>
              <a:off x="7145128" y="4325492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79" name="Google Shape;679;p22"/>
            <p:cNvGrpSpPr/>
            <p:nvPr/>
          </p:nvGrpSpPr>
          <p:grpSpPr>
            <a:xfrm rot="10800000" flipH="1">
              <a:off x="6484849" y="3631196"/>
              <a:ext cx="2431677" cy="3529318"/>
              <a:chOff x="6769513" y="299393"/>
              <a:chExt cx="1308620" cy="1899525"/>
            </a:xfrm>
          </p:grpSpPr>
          <p:sp>
            <p:nvSpPr>
              <p:cNvPr id="680" name="Google Shape;680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3" name="Google Shape;683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4" name="Google Shape;684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5" name="Google Shape;685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686" name="Google Shape;686;p22"/>
          <p:cNvGrpSpPr/>
          <p:nvPr/>
        </p:nvGrpSpPr>
        <p:grpSpPr>
          <a:xfrm>
            <a:off x="-2910022" y="-3831210"/>
            <a:ext cx="6654696" cy="7636707"/>
            <a:chOff x="-2910022" y="-3831210"/>
            <a:chExt cx="6654696" cy="7636707"/>
          </a:xfrm>
        </p:grpSpPr>
        <p:sp>
          <p:nvSpPr>
            <p:cNvPr id="687" name="Google Shape;687;p22"/>
            <p:cNvSpPr/>
            <p:nvPr/>
          </p:nvSpPr>
          <p:spPr>
            <a:xfrm rot="10800000" flipH="1">
              <a:off x="-2910022" y="-383121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88" name="Google Shape;688;p22"/>
            <p:cNvGrpSpPr/>
            <p:nvPr/>
          </p:nvGrpSpPr>
          <p:grpSpPr>
            <a:xfrm flipH="1">
              <a:off x="-831771" y="-192647"/>
              <a:ext cx="2586938" cy="1464987"/>
              <a:chOff x="7545816" y="-192997"/>
              <a:chExt cx="2586938" cy="1464987"/>
            </a:xfrm>
          </p:grpSpPr>
          <p:sp>
            <p:nvSpPr>
              <p:cNvPr id="689" name="Google Shape;689;p22"/>
              <p:cNvSpPr/>
              <p:nvPr/>
            </p:nvSpPr>
            <p:spPr>
              <a:xfrm rot="5400000" flipH="1">
                <a:off x="8106792" y="-753973"/>
                <a:ext cx="1464987" cy="2586938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90" name="Google Shape;690;p22"/>
              <p:cNvGrpSpPr/>
              <p:nvPr/>
            </p:nvGrpSpPr>
            <p:grpSpPr>
              <a:xfrm>
                <a:off x="7545825" y="435764"/>
                <a:ext cx="827314" cy="410158"/>
                <a:chOff x="5989375" y="1843575"/>
                <a:chExt cx="136525" cy="67675"/>
              </a:xfrm>
            </p:grpSpPr>
            <p:sp>
              <p:nvSpPr>
                <p:cNvPr id="691" name="Google Shape;691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709" y="0"/>
                      </a:moveTo>
                      <a:lnTo>
                        <a:pt x="0" y="709"/>
                      </a:lnTo>
                      <a:lnTo>
                        <a:pt x="112" y="821"/>
                      </a:lnTo>
                      <a:lnTo>
                        <a:pt x="821" y="113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2" name="Google Shape;692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112" y="0"/>
                      </a:moveTo>
                      <a:lnTo>
                        <a:pt x="0" y="113"/>
                      </a:lnTo>
                      <a:lnTo>
                        <a:pt x="709" y="821"/>
                      </a:lnTo>
                      <a:lnTo>
                        <a:pt x="821" y="709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3" name="Google Shape;693;p22"/>
                <p:cNvSpPr/>
                <p:nvPr/>
              </p:nvSpPr>
              <p:spPr>
                <a:xfrm>
                  <a:off x="5989475" y="18436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713" y="0"/>
                      </a:moveTo>
                      <a:lnTo>
                        <a:pt x="1" y="709"/>
                      </a:lnTo>
                      <a:lnTo>
                        <a:pt x="113" y="821"/>
                      </a:lnTo>
                      <a:lnTo>
                        <a:pt x="825" y="113"/>
                      </a:lnTo>
                      <a:lnTo>
                        <a:pt x="7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4" name="Google Shape;694;p22"/>
                <p:cNvSpPr/>
                <p:nvPr/>
              </p:nvSpPr>
              <p:spPr>
                <a:xfrm>
                  <a:off x="5989375" y="18435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117" y="0"/>
                      </a:moveTo>
                      <a:lnTo>
                        <a:pt x="1" y="113"/>
                      </a:lnTo>
                      <a:lnTo>
                        <a:pt x="713" y="821"/>
                      </a:lnTo>
                      <a:lnTo>
                        <a:pt x="825" y="709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5" name="Google Shape;695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709" y="1"/>
                      </a:moveTo>
                      <a:lnTo>
                        <a:pt x="1" y="713"/>
                      </a:lnTo>
                      <a:lnTo>
                        <a:pt x="113" y="825"/>
                      </a:lnTo>
                      <a:lnTo>
                        <a:pt x="821" y="113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6" name="Google Shape;696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113" y="1"/>
                      </a:moveTo>
                      <a:lnTo>
                        <a:pt x="1" y="113"/>
                      </a:lnTo>
                      <a:lnTo>
                        <a:pt x="709" y="825"/>
                      </a:lnTo>
                      <a:lnTo>
                        <a:pt x="821" y="709"/>
                      </a:lnTo>
                      <a:lnTo>
                        <a:pt x="1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7" name="Google Shape;697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713" y="1"/>
                      </a:moveTo>
                      <a:lnTo>
                        <a:pt x="0" y="709"/>
                      </a:lnTo>
                      <a:lnTo>
                        <a:pt x="116" y="825"/>
                      </a:lnTo>
                      <a:lnTo>
                        <a:pt x="825" y="113"/>
                      </a:lnTo>
                      <a:lnTo>
                        <a:pt x="7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98" name="Google Shape;698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112" y="1"/>
                      </a:moveTo>
                      <a:lnTo>
                        <a:pt x="0" y="113"/>
                      </a:lnTo>
                      <a:lnTo>
                        <a:pt x="713" y="825"/>
                      </a:lnTo>
                      <a:lnTo>
                        <a:pt x="825" y="70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699" name="Google Shape;699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1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24"/>
          <p:cNvGrpSpPr/>
          <p:nvPr/>
        </p:nvGrpSpPr>
        <p:grpSpPr>
          <a:xfrm>
            <a:off x="6302380" y="-753973"/>
            <a:ext cx="4838246" cy="8737202"/>
            <a:chOff x="6149980" y="-753973"/>
            <a:chExt cx="4838246" cy="8737202"/>
          </a:xfrm>
        </p:grpSpPr>
        <p:sp>
          <p:nvSpPr>
            <p:cNvPr id="722" name="Google Shape;722;p24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23" name="Google Shape;723;p24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724" name="Google Shape;724;p2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5" name="Google Shape;725;p2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26" name="Google Shape;726;p24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727" name="Google Shape;727;p24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728" name="Google Shape;728;p2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29" name="Google Shape;729;p2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32" name="Google Shape;732;p2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733" name="Google Shape;733;p2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34" name="Google Shape;734;p24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35" name="Google Shape;735;p24"/>
            <p:cNvGrpSpPr/>
            <p:nvPr/>
          </p:nvGrpSpPr>
          <p:grpSpPr>
            <a:xfrm>
              <a:off x="7560791" y="3580603"/>
              <a:ext cx="3173104" cy="4402627"/>
              <a:chOff x="2132995" y="960308"/>
              <a:chExt cx="496177" cy="688438"/>
            </a:xfrm>
          </p:grpSpPr>
          <p:sp>
            <p:nvSpPr>
              <p:cNvPr id="736" name="Google Shape;736;p24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8" name="Google Shape;738;p24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9" name="Google Shape;739;p24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0" name="Google Shape;740;p24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41" name="Google Shape;741;p24"/>
          <p:cNvGrpSpPr/>
          <p:nvPr/>
        </p:nvGrpSpPr>
        <p:grpSpPr>
          <a:xfrm>
            <a:off x="-2749105" y="-2045480"/>
            <a:ext cx="6654696" cy="9234460"/>
            <a:chOff x="-2596705" y="-2045480"/>
            <a:chExt cx="6654696" cy="9234460"/>
          </a:xfrm>
        </p:grpSpPr>
        <p:grpSp>
          <p:nvGrpSpPr>
            <p:cNvPr id="742" name="Google Shape;742;p24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743" name="Google Shape;743;p2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4" name="Google Shape;744;p2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5" name="Google Shape;745;p2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6" name="Google Shape;746;p2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8" name="Google Shape;748;p2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9" name="Google Shape;749;p2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0" name="Google Shape;750;p2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51" name="Google Shape;751;p24"/>
            <p:cNvSpPr/>
            <p:nvPr/>
          </p:nvSpPr>
          <p:spPr>
            <a:xfrm>
              <a:off x="-2596705" y="-1246603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52" name="Google Shape;752;p24"/>
            <p:cNvGrpSpPr/>
            <p:nvPr/>
          </p:nvGrpSpPr>
          <p:grpSpPr>
            <a:xfrm rot="10800000">
              <a:off x="-1185762" y="-2045480"/>
              <a:ext cx="2901864" cy="4211818"/>
              <a:chOff x="6769513" y="299393"/>
              <a:chExt cx="1308620" cy="1899525"/>
            </a:xfrm>
          </p:grpSpPr>
          <p:sp>
            <p:nvSpPr>
              <p:cNvPr id="753" name="Google Shape;753;p2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4" name="Google Shape;754;p2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5" name="Google Shape;755;p2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6" name="Google Shape;756;p2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7" name="Google Shape;757;p2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8" name="Google Shape;758;p2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59" name="Google Shape;759;p24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60" name="Google Shape;760;p24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761" name="Google Shape;761;p24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2" name="Google Shape;762;p24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3" name="Google Shape;763;p24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4" name="Google Shape;764;p24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5" name="Google Shape;765;p24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6" name="Google Shape;766;p24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7" name="Google Shape;767;p24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768" name="Google Shape;768;p24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" name="Google Shape;769;p24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" name="Google Shape;770;p24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" name="Google Shape;771;p24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" name="Google Shape;772;p24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" name="Google Shape;773;p24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774" name="Google Shape;774;p24"/>
          <p:cNvSpPr txBox="1">
            <a:spLocks noGrp="1"/>
          </p:cNvSpPr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24"/>
          <p:cNvSpPr txBox="1">
            <a:spLocks noGrp="1"/>
          </p:cNvSpPr>
          <p:nvPr>
            <p:ph type="subTitle" idx="1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24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25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779" name="Google Shape;779;p25"/>
            <p:cNvSpPr/>
            <p:nvPr/>
          </p:nvSpPr>
          <p:spPr>
            <a:xfrm>
              <a:off x="-1296571" y="0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80" name="Google Shape;780;p25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781" name="Google Shape;781;p25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782" name="Google Shape;782;p25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787" name="Google Shape;787;p25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88" name="Google Shape;788;p25"/>
          <p:cNvGrpSpPr/>
          <p:nvPr/>
        </p:nvGrpSpPr>
        <p:grpSpPr>
          <a:xfrm>
            <a:off x="5245253" y="-441860"/>
            <a:ext cx="6654696" cy="9380356"/>
            <a:chOff x="5245253" y="-441860"/>
            <a:chExt cx="6654696" cy="9380356"/>
          </a:xfrm>
        </p:grpSpPr>
        <p:sp>
          <p:nvSpPr>
            <p:cNvPr id="789" name="Google Shape;789;p25"/>
            <p:cNvSpPr/>
            <p:nvPr/>
          </p:nvSpPr>
          <p:spPr>
            <a:xfrm rot="10800000" flipH="1">
              <a:off x="5245253" y="130179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90" name="Google Shape;790;p25"/>
            <p:cNvGrpSpPr/>
            <p:nvPr/>
          </p:nvGrpSpPr>
          <p:grpSpPr>
            <a:xfrm flipH="1">
              <a:off x="8418770" y="-441860"/>
              <a:ext cx="2708843" cy="3931638"/>
              <a:chOff x="6769513" y="299393"/>
              <a:chExt cx="1308620" cy="1899525"/>
            </a:xfrm>
          </p:grpSpPr>
          <p:sp>
            <p:nvSpPr>
              <p:cNvPr id="791" name="Google Shape;791;p25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2" name="Google Shape;792;p25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3" name="Google Shape;793;p25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5" name="Google Shape;795;p25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6" name="Google Shape;796;p25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97" name="Google Shape;797;p25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25"/>
            <p:cNvSpPr/>
            <p:nvPr/>
          </p:nvSpPr>
          <p:spPr>
            <a:xfrm rot="10800000" flipH="1">
              <a:off x="8796218" y="3575323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26"/>
          <p:cNvGrpSpPr/>
          <p:nvPr/>
        </p:nvGrpSpPr>
        <p:grpSpPr>
          <a:xfrm rot="10800000" flipH="1">
            <a:off x="8002875" y="-893617"/>
            <a:ext cx="1599393" cy="2188720"/>
            <a:chOff x="8051125" y="4018221"/>
            <a:chExt cx="1599393" cy="2188720"/>
          </a:xfrm>
        </p:grpSpPr>
        <p:sp>
          <p:nvSpPr>
            <p:cNvPr id="801" name="Google Shape;801;p26"/>
            <p:cNvSpPr/>
            <p:nvPr/>
          </p:nvSpPr>
          <p:spPr>
            <a:xfrm>
              <a:off x="8051125" y="4157250"/>
              <a:ext cx="1311339" cy="1311189"/>
            </a:xfrm>
            <a:custGeom>
              <a:avLst/>
              <a:gdLst/>
              <a:ahLst/>
              <a:cxnLst/>
              <a:rect l="l" t="t" r="r" b="b"/>
              <a:pathLst>
                <a:path w="8763" h="8762" extrusionOk="0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802" name="Google Shape;802;p26"/>
            <p:cNvGrpSpPr/>
            <p:nvPr/>
          </p:nvGrpSpPr>
          <p:grpSpPr>
            <a:xfrm>
              <a:off x="8421632" y="4018221"/>
              <a:ext cx="1228886" cy="2188720"/>
              <a:chOff x="8389396" y="1055350"/>
              <a:chExt cx="1228886" cy="2188720"/>
            </a:xfrm>
          </p:grpSpPr>
          <p:sp>
            <p:nvSpPr>
              <p:cNvPr id="803" name="Google Shape;803;p26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4" name="Google Shape;804;p26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805" name="Google Shape;805;p26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806" name="Google Shape;806;p26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807" name="Google Shape;807;p26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avLst/>
                <a:gdLst/>
                <a:ahLst/>
                <a:cxnLst/>
                <a:rect l="l" t="t" r="r" b="b"/>
                <a:pathLst>
                  <a:path w="71832" h="82432" extrusionOk="0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8" name="Google Shape;808;p26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09" name="Google Shape;809;p26"/>
            <p:cNvGrpSpPr/>
            <p:nvPr/>
          </p:nvGrpSpPr>
          <p:grpSpPr>
            <a:xfrm rot="-5400000" flipH="1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810" name="Google Shape;810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1" name="Google Shape;811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3" name="Google Shape;813;p26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4" name="Google Shape;814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6" name="Google Shape;816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7" name="Google Shape;817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sz="30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8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0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9" name="Google Shape;829;p30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0" name="Google Shape;830;p30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447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1" name="Google Shape;831;p30"/>
          <p:cNvSpPr txBox="1">
            <a:spLocks noGrp="1"/>
          </p:cNvSpPr>
          <p:nvPr>
            <p:ph type="ctrTitle"/>
          </p:nvPr>
        </p:nvSpPr>
        <p:spPr>
          <a:xfrm>
            <a:off x="1178930" y="1090785"/>
            <a:ext cx="678614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F0000"/>
                </a:solidFill>
              </a:rPr>
              <a:t>R</a:t>
            </a:r>
            <a:r>
              <a:rPr lang="en" sz="7200" dirty="0">
                <a:solidFill>
                  <a:srgbClr val="00FF00"/>
                </a:solidFill>
              </a:rPr>
              <a:t>G</a:t>
            </a:r>
            <a:r>
              <a:rPr lang="en" sz="7200" dirty="0">
                <a:solidFill>
                  <a:srgbClr val="0000FF"/>
                </a:solidFill>
              </a:rPr>
              <a:t>B</a:t>
            </a:r>
            <a:r>
              <a:rPr lang="en" sz="7200" dirty="0"/>
              <a:t>eep</a:t>
            </a:r>
            <a:br>
              <a:rPr lang="en-US" sz="2400" dirty="0"/>
            </a:br>
            <a:r>
              <a:rPr lang="en-US" sz="3200" dirty="0"/>
              <a:t>Sistem de avertizare cu feedback audio-vizual</a:t>
            </a:r>
            <a:endParaRPr sz="2400" dirty="0"/>
          </a:p>
        </p:txBody>
      </p:sp>
      <p:sp>
        <p:nvSpPr>
          <p:cNvPr id="832" name="Google Shape;832;p30"/>
          <p:cNvSpPr txBox="1">
            <a:spLocks noGrp="1"/>
          </p:cNvSpPr>
          <p:nvPr>
            <p:ph type="subTitle" idx="1"/>
          </p:nvPr>
        </p:nvSpPr>
        <p:spPr>
          <a:xfrm>
            <a:off x="1296150" y="3406334"/>
            <a:ext cx="6551700" cy="7160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R</a:t>
            </a:r>
            <a:r>
              <a:rPr lang="en" sz="2000" b="1" dirty="0">
                <a:solidFill>
                  <a:srgbClr val="00FF00"/>
                </a:solidFill>
              </a:rPr>
              <a:t>G</a:t>
            </a:r>
            <a:r>
              <a:rPr lang="en" sz="2000" b="1" dirty="0">
                <a:solidFill>
                  <a:srgbClr val="0000FF"/>
                </a:solidFill>
              </a:rPr>
              <a:t>B</a:t>
            </a:r>
            <a:r>
              <a:rPr lang="en" sz="2000" b="1" dirty="0"/>
              <a:t>Team</a:t>
            </a:r>
            <a:r>
              <a:rPr lang="en" sz="2000" dirty="0"/>
              <a:t> – Paul-Andrei </a:t>
            </a:r>
            <a:r>
              <a:rPr lang="en" sz="2000" dirty="0">
                <a:solidFill>
                  <a:schemeClr val="bg1"/>
                </a:solidFill>
              </a:rPr>
              <a:t>BOBE</a:t>
            </a:r>
            <a:r>
              <a:rPr lang="en-US" sz="200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Ș</a:t>
            </a:r>
            <a:r>
              <a:rPr lang="en" sz="2000" dirty="0">
                <a:solidFill>
                  <a:schemeClr val="bg1"/>
                </a:solidFill>
              </a:rPr>
              <a:t> </a:t>
            </a:r>
            <a:r>
              <a:rPr lang="en" sz="2000" dirty="0"/>
              <a:t>&amp; Andreea-Maria VLAD,</a:t>
            </a:r>
          </a:p>
          <a:p>
            <a:pPr marL="0" indent="0"/>
            <a:r>
              <a:rPr lang="en-US" sz="20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Cadru didactic îndrumător</a:t>
            </a:r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</a:rPr>
              <a:t>c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onf. dr. ing. Morariu Daniel</a:t>
            </a:r>
            <a:endParaRPr sz="2000" dirty="0">
              <a:solidFill>
                <a:schemeClr val="bg1"/>
              </a:solidFill>
            </a:endParaRPr>
          </a:p>
        </p:txBody>
      </p:sp>
      <p:grpSp>
        <p:nvGrpSpPr>
          <p:cNvPr id="833" name="Google Shape;833;p30"/>
          <p:cNvGrpSpPr/>
          <p:nvPr/>
        </p:nvGrpSpPr>
        <p:grpSpPr>
          <a:xfrm>
            <a:off x="888024" y="1326374"/>
            <a:ext cx="300359" cy="299855"/>
            <a:chOff x="1466575" y="2391250"/>
            <a:chExt cx="59575" cy="59475"/>
          </a:xfrm>
        </p:grpSpPr>
        <p:sp>
          <p:nvSpPr>
            <p:cNvPr id="834" name="Google Shape;834;p30"/>
            <p:cNvSpPr/>
            <p:nvPr/>
          </p:nvSpPr>
          <p:spPr>
            <a:xfrm>
              <a:off x="1491600" y="2391250"/>
              <a:ext cx="9425" cy="59475"/>
            </a:xfrm>
            <a:custGeom>
              <a:avLst/>
              <a:gdLst/>
              <a:ahLst/>
              <a:cxnLst/>
              <a:rect l="l" t="t" r="r" b="b"/>
              <a:pathLst>
                <a:path w="377" h="2379" extrusionOk="0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1466575" y="2416275"/>
              <a:ext cx="59575" cy="9425"/>
            </a:xfrm>
            <a:custGeom>
              <a:avLst/>
              <a:gdLst/>
              <a:ahLst/>
              <a:cxnLst/>
              <a:rect l="l" t="t" r="r" b="b"/>
              <a:pathLst>
                <a:path w="2383" h="377" extrusionOk="0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3"/>
          <p:cNvSpPr txBox="1">
            <a:spLocks noGrp="1"/>
          </p:cNvSpPr>
          <p:nvPr>
            <p:ph type="subTitle" idx="1"/>
          </p:nvPr>
        </p:nvSpPr>
        <p:spPr>
          <a:xfrm>
            <a:off x="730642" y="1556150"/>
            <a:ext cx="4732500" cy="2908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indent="-285750" rtl="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simularea unui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asistent de parcare low-cost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bazat pe distanță</a:t>
            </a:r>
          </a:p>
          <a:p>
            <a:pPr marL="285750" marR="0" indent="-285750" rtl="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i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ideal pentru </a:t>
            </a:r>
            <a:r>
              <a:rPr lang="en-US" sz="1800" b="1" dirty="0">
                <a:solidFill>
                  <a:schemeClr val="bg1"/>
                </a:solidFill>
              </a:rPr>
              <a:t>prototipuri educaționale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i="1" dirty="0">
              <a:solidFill>
                <a:schemeClr val="bg1"/>
              </a:solidFill>
            </a:endParaRPr>
          </a:p>
          <a:p>
            <a:pPr marL="742950" lvl="1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poate fi integrat în </a:t>
            </a:r>
            <a:r>
              <a:rPr lang="en-US" sz="1800" b="1" dirty="0">
                <a:solidFill>
                  <a:schemeClr val="bg1"/>
                </a:solidFill>
              </a:rPr>
              <a:t>dispozitive pentru navigare asistată</a:t>
            </a:r>
          </a:p>
          <a:p>
            <a:pPr marL="742950" lvl="1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i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reacții progresive în funcție de apropierea obstacolului: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sunet, lumină, mișcare</a:t>
            </a:r>
            <a:endParaRPr lang="en-US" sz="180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64" name="Google Shape;864;p33"/>
          <p:cNvSpPr txBox="1">
            <a:spLocks noGrp="1"/>
          </p:cNvSpPr>
          <p:nvPr>
            <p:ph type="title"/>
          </p:nvPr>
        </p:nvSpPr>
        <p:spPr>
          <a:xfrm>
            <a:off x="409365" y="892986"/>
            <a:ext cx="5951735" cy="8977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bg2"/>
                </a:solidFill>
              </a:rPr>
              <a:t>THE IDEA BEHIND</a:t>
            </a:r>
            <a:endParaRPr sz="4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4" name="Google Shape;984;p40"/>
          <p:cNvCxnSpPr>
            <a:cxnSpLocks/>
          </p:cNvCxnSpPr>
          <p:nvPr/>
        </p:nvCxnSpPr>
        <p:spPr>
          <a:xfrm>
            <a:off x="1915472" y="1984131"/>
            <a:ext cx="337062" cy="496303"/>
          </a:xfrm>
          <a:prstGeom prst="straightConnector1">
            <a:avLst/>
          </a:prstGeom>
          <a:noFill/>
          <a:ln w="28575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86;p40"/>
          <p:cNvCxnSpPr>
            <a:cxnSpLocks/>
          </p:cNvCxnSpPr>
          <p:nvPr/>
        </p:nvCxnSpPr>
        <p:spPr>
          <a:xfrm flipH="1">
            <a:off x="3775974" y="2814802"/>
            <a:ext cx="290155" cy="0"/>
          </a:xfrm>
          <a:prstGeom prst="straightConnector1">
            <a:avLst/>
          </a:prstGeom>
          <a:noFill/>
          <a:ln w="28575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140;p48">
            <a:extLst>
              <a:ext uri="{FF2B5EF4-FFF2-40B4-BE49-F238E27FC236}">
                <a16:creationId xmlns:a16="http://schemas.microsoft.com/office/drawing/2014/main" id="{70B0A463-CF0C-E9EA-B767-8503E10D1C50}"/>
              </a:ext>
            </a:extLst>
          </p:cNvPr>
          <p:cNvSpPr/>
          <p:nvPr/>
        </p:nvSpPr>
        <p:spPr>
          <a:xfrm>
            <a:off x="4066129" y="2091817"/>
            <a:ext cx="1509350" cy="111078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9" name="Imagine 28">
            <a:extLst>
              <a:ext uri="{FF2B5EF4-FFF2-40B4-BE49-F238E27FC236}">
                <a16:creationId xmlns:a16="http://schemas.microsoft.com/office/drawing/2014/main" id="{7F5641EC-2B97-8156-F0DC-8ABFF3DC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647" y="2124628"/>
            <a:ext cx="1369622" cy="1027217"/>
          </a:xfrm>
          <a:prstGeom prst="rect">
            <a:avLst/>
          </a:prstGeom>
          <a:effectLst>
            <a:outerShdw blurRad="50800" dist="50800" dir="5400000" sx="93000" sy="93000" algn="ctr" rotWithShape="0">
              <a:srgbClr val="000000"/>
            </a:outerShdw>
            <a:softEdge rad="88900"/>
          </a:effectLst>
        </p:spPr>
      </p:pic>
      <p:sp>
        <p:nvSpPr>
          <p:cNvPr id="30" name="Google Shape;1140;p48">
            <a:extLst>
              <a:ext uri="{FF2B5EF4-FFF2-40B4-BE49-F238E27FC236}">
                <a16:creationId xmlns:a16="http://schemas.microsoft.com/office/drawing/2014/main" id="{FEDF02D3-FA9B-D522-1EF1-1C234A4FC4A0}"/>
              </a:ext>
            </a:extLst>
          </p:cNvPr>
          <p:cNvSpPr/>
          <p:nvPr/>
        </p:nvSpPr>
        <p:spPr>
          <a:xfrm>
            <a:off x="4180194" y="721975"/>
            <a:ext cx="1294075" cy="1024011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9" name="Imagine 38">
            <a:extLst>
              <a:ext uri="{FF2B5EF4-FFF2-40B4-BE49-F238E27FC236}">
                <a16:creationId xmlns:a16="http://schemas.microsoft.com/office/drawing/2014/main" id="{36DBA236-56CD-9805-E114-C397D104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41" y="754380"/>
            <a:ext cx="1196340" cy="96266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0" name="Google Shape;1140;p48">
            <a:extLst>
              <a:ext uri="{FF2B5EF4-FFF2-40B4-BE49-F238E27FC236}">
                <a16:creationId xmlns:a16="http://schemas.microsoft.com/office/drawing/2014/main" id="{A17778A6-42EC-260D-393B-45F630EC999C}"/>
              </a:ext>
            </a:extLst>
          </p:cNvPr>
          <p:cNvSpPr/>
          <p:nvPr/>
        </p:nvSpPr>
        <p:spPr>
          <a:xfrm>
            <a:off x="1173163" y="1065458"/>
            <a:ext cx="1570200" cy="91011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1" name="Imagine 40">
            <a:extLst>
              <a:ext uri="{FF2B5EF4-FFF2-40B4-BE49-F238E27FC236}">
                <a16:creationId xmlns:a16="http://schemas.microsoft.com/office/drawing/2014/main" id="{3BB5ADA6-9558-C1C6-B5AA-7B8BBABB09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030" b="19935"/>
          <a:stretch/>
        </p:blipFill>
        <p:spPr>
          <a:xfrm>
            <a:off x="1173627" y="1110400"/>
            <a:ext cx="1533824" cy="828789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42" name="Google Shape;1140;p48">
            <a:extLst>
              <a:ext uri="{FF2B5EF4-FFF2-40B4-BE49-F238E27FC236}">
                <a16:creationId xmlns:a16="http://schemas.microsoft.com/office/drawing/2014/main" id="{53D614A4-A755-D51F-BEEC-7BDED445E0B9}"/>
              </a:ext>
            </a:extLst>
          </p:cNvPr>
          <p:cNvSpPr/>
          <p:nvPr/>
        </p:nvSpPr>
        <p:spPr>
          <a:xfrm>
            <a:off x="2266624" y="2128196"/>
            <a:ext cx="1509350" cy="910111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3" name="Imagine 42">
            <a:extLst>
              <a:ext uri="{FF2B5EF4-FFF2-40B4-BE49-F238E27FC236}">
                <a16:creationId xmlns:a16="http://schemas.microsoft.com/office/drawing/2014/main" id="{AB421991-8FE9-92C6-E3F7-7BBA32379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6966" y="2091817"/>
            <a:ext cx="1418011" cy="992608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44" name="Google Shape;1140;p48">
            <a:extLst>
              <a:ext uri="{FF2B5EF4-FFF2-40B4-BE49-F238E27FC236}">
                <a16:creationId xmlns:a16="http://schemas.microsoft.com/office/drawing/2014/main" id="{E553A3CC-7C8D-36E2-3961-2E5BE5913112}"/>
              </a:ext>
            </a:extLst>
          </p:cNvPr>
          <p:cNvSpPr/>
          <p:nvPr/>
        </p:nvSpPr>
        <p:spPr>
          <a:xfrm>
            <a:off x="6307289" y="2124628"/>
            <a:ext cx="1367576" cy="111078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3" name="Imagine 52">
            <a:extLst>
              <a:ext uri="{FF2B5EF4-FFF2-40B4-BE49-F238E27FC236}">
                <a16:creationId xmlns:a16="http://schemas.microsoft.com/office/drawing/2014/main" id="{856325E2-7764-562F-9FE2-D90294F32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288" y="2189007"/>
            <a:ext cx="1424909" cy="1036297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54" name="Google Shape;1140;p48">
            <a:extLst>
              <a:ext uri="{FF2B5EF4-FFF2-40B4-BE49-F238E27FC236}">
                <a16:creationId xmlns:a16="http://schemas.microsoft.com/office/drawing/2014/main" id="{A5DC0EE7-BC93-66C9-48FA-4137012CF0EB}"/>
              </a:ext>
            </a:extLst>
          </p:cNvPr>
          <p:cNvSpPr/>
          <p:nvPr/>
        </p:nvSpPr>
        <p:spPr>
          <a:xfrm>
            <a:off x="4357957" y="3549186"/>
            <a:ext cx="934426" cy="91482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3" name="Imagine 62">
            <a:extLst>
              <a:ext uri="{FF2B5EF4-FFF2-40B4-BE49-F238E27FC236}">
                <a16:creationId xmlns:a16="http://schemas.microsoft.com/office/drawing/2014/main" id="{043FCC41-A4BB-D913-E426-644CC6A477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39" r="51105" b="7509"/>
          <a:stretch/>
        </p:blipFill>
        <p:spPr>
          <a:xfrm>
            <a:off x="4357957" y="3548430"/>
            <a:ext cx="934426" cy="911567"/>
          </a:xfrm>
          <a:prstGeom prst="rect">
            <a:avLst/>
          </a:prstGeom>
          <a:effectLst>
            <a:softEdge rad="88900"/>
          </a:effectLst>
        </p:spPr>
      </p:pic>
      <p:cxnSp>
        <p:nvCxnSpPr>
          <p:cNvPr id="964" name="Google Shape;986;p40">
            <a:extLst>
              <a:ext uri="{FF2B5EF4-FFF2-40B4-BE49-F238E27FC236}">
                <a16:creationId xmlns:a16="http://schemas.microsoft.com/office/drawing/2014/main" id="{AFE2BD4D-B20C-C317-096E-36BDF49171D8}"/>
              </a:ext>
            </a:extLst>
          </p:cNvPr>
          <p:cNvCxnSpPr>
            <a:cxnSpLocks/>
          </p:cNvCxnSpPr>
          <p:nvPr/>
        </p:nvCxnSpPr>
        <p:spPr>
          <a:xfrm flipH="1" flipV="1">
            <a:off x="5575479" y="2680019"/>
            <a:ext cx="731809" cy="143191"/>
          </a:xfrm>
          <a:prstGeom prst="straightConnector1">
            <a:avLst/>
          </a:prstGeom>
          <a:noFill/>
          <a:ln w="28575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6" name="Google Shape;986;p40">
            <a:extLst>
              <a:ext uri="{FF2B5EF4-FFF2-40B4-BE49-F238E27FC236}">
                <a16:creationId xmlns:a16="http://schemas.microsoft.com/office/drawing/2014/main" id="{3B30CD4D-9261-E0D5-7375-56200D8C0CD0}"/>
              </a:ext>
            </a:extLst>
          </p:cNvPr>
          <p:cNvCxnSpPr>
            <a:cxnSpLocks/>
          </p:cNvCxnSpPr>
          <p:nvPr/>
        </p:nvCxnSpPr>
        <p:spPr>
          <a:xfrm flipV="1">
            <a:off x="4701540" y="3202599"/>
            <a:ext cx="69429" cy="341816"/>
          </a:xfrm>
          <a:prstGeom prst="straightConnector1">
            <a:avLst/>
          </a:prstGeom>
          <a:noFill/>
          <a:ln w="28575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2" name="Google Shape;986;p40">
            <a:extLst>
              <a:ext uri="{FF2B5EF4-FFF2-40B4-BE49-F238E27FC236}">
                <a16:creationId xmlns:a16="http://schemas.microsoft.com/office/drawing/2014/main" id="{1C7C189B-31F9-A078-48D4-44AC2123D3E7}"/>
              </a:ext>
            </a:extLst>
          </p:cNvPr>
          <p:cNvCxnSpPr>
            <a:cxnSpLocks/>
          </p:cNvCxnSpPr>
          <p:nvPr/>
        </p:nvCxnSpPr>
        <p:spPr>
          <a:xfrm flipV="1">
            <a:off x="5082379" y="1747994"/>
            <a:ext cx="69429" cy="341816"/>
          </a:xfrm>
          <a:prstGeom prst="straightConnector1">
            <a:avLst/>
          </a:prstGeom>
          <a:noFill/>
          <a:ln w="28575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8"/>
          <p:cNvSpPr txBox="1">
            <a:spLocks noGrp="1"/>
          </p:cNvSpPr>
          <p:nvPr>
            <p:ph type="title"/>
          </p:nvPr>
        </p:nvSpPr>
        <p:spPr>
          <a:xfrm>
            <a:off x="1544376" y="713920"/>
            <a:ext cx="6055247" cy="5732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bg2"/>
                </a:solidFill>
              </a:rPr>
              <a:t>ARDUINO UNO REV3</a:t>
            </a:r>
          </a:p>
        </p:txBody>
      </p:sp>
      <p:sp>
        <p:nvSpPr>
          <p:cNvPr id="1139" name="Google Shape;1139;p48"/>
          <p:cNvSpPr txBox="1">
            <a:spLocks noGrp="1"/>
          </p:cNvSpPr>
          <p:nvPr>
            <p:ph type="subTitle" idx="1"/>
          </p:nvPr>
        </p:nvSpPr>
        <p:spPr>
          <a:xfrm>
            <a:off x="675755" y="1433102"/>
            <a:ext cx="3896245" cy="2769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bazată pe microcontrolerul </a:t>
            </a:r>
            <a:r>
              <a:rPr lang="en-US" sz="1800" b="1" dirty="0">
                <a:solidFill>
                  <a:schemeClr val="bg1"/>
                </a:solidFill>
              </a:rPr>
              <a:t>ATmega328P</a:t>
            </a:r>
            <a:r>
              <a:rPr lang="en-US" sz="1800" dirty="0">
                <a:solidFill>
                  <a:schemeClr val="bg1"/>
                </a:solidFill>
              </a:rPr>
              <a:t>, funcționează la</a:t>
            </a:r>
            <a:r>
              <a:rPr lang="en-US" sz="1800" b="1" dirty="0">
                <a:solidFill>
                  <a:schemeClr val="bg1"/>
                </a:solidFill>
              </a:rPr>
              <a:t> 16 MHz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it-IT" sz="1800" dirty="0">
                <a:solidFill>
                  <a:schemeClr val="bg1"/>
                </a:solidFill>
              </a:rPr>
              <a:t>dispune de </a:t>
            </a:r>
            <a:r>
              <a:rPr lang="it-IT" sz="1800" b="1" dirty="0">
                <a:solidFill>
                  <a:schemeClr val="bg1"/>
                </a:solidFill>
              </a:rPr>
              <a:t>14 pini digitali </a:t>
            </a:r>
            <a:r>
              <a:rPr lang="it-IT" sz="1800" dirty="0">
                <a:solidFill>
                  <a:schemeClr val="bg1"/>
                </a:solidFill>
              </a:rPr>
              <a:t>(dintre care 6 PWM) și </a:t>
            </a:r>
            <a:r>
              <a:rPr lang="it-IT" sz="1800" b="1" dirty="0">
                <a:solidFill>
                  <a:schemeClr val="bg1"/>
                </a:solidFill>
              </a:rPr>
              <a:t>6 pini analogici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it-IT" sz="800" dirty="0">
              <a:solidFill>
                <a:schemeClr val="bg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memorie: 32 KB Flash, 2 KB SRAM, 1 KB EEPROM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140" name="Google Shape;1140;p48"/>
          <p:cNvSpPr/>
          <p:nvPr/>
        </p:nvSpPr>
        <p:spPr>
          <a:xfrm>
            <a:off x="4859890" y="1485787"/>
            <a:ext cx="3696119" cy="276969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42" name="Google Shape;1142;p48"/>
          <p:cNvGrpSpPr/>
          <p:nvPr/>
        </p:nvGrpSpPr>
        <p:grpSpPr>
          <a:xfrm>
            <a:off x="5189312" y="4409166"/>
            <a:ext cx="2912961" cy="81916"/>
            <a:chOff x="819025" y="3822075"/>
            <a:chExt cx="891450" cy="25125"/>
          </a:xfrm>
        </p:grpSpPr>
        <p:sp>
          <p:nvSpPr>
            <p:cNvPr id="1143" name="Google Shape;1143;p48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4" name="Google Shape;1144;p48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5" name="Google Shape;1145;p48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6" name="Google Shape;1146;p48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7" name="Google Shape;1147;p48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8" name="Google Shape;1148;p48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9" name="Google Shape;1149;p48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Imagine 2">
            <a:extLst>
              <a:ext uri="{FF2B5EF4-FFF2-40B4-BE49-F238E27FC236}">
                <a16:creationId xmlns:a16="http://schemas.microsoft.com/office/drawing/2014/main" id="{792CDDCC-A940-9343-DE78-CC07C51E1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408" y="1518598"/>
            <a:ext cx="3582185" cy="2686639"/>
          </a:xfrm>
          <a:prstGeom prst="rect">
            <a:avLst/>
          </a:prstGeom>
          <a:effectLst>
            <a:outerShdw blurRad="50800" dist="50800" dir="5400000" sx="93000" sy="93000" algn="ctr" rotWithShape="0">
              <a:srgbClr val="000000"/>
            </a:outerShdw>
            <a:softEdge rad="889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38;p48">
            <a:extLst>
              <a:ext uri="{FF2B5EF4-FFF2-40B4-BE49-F238E27FC236}">
                <a16:creationId xmlns:a16="http://schemas.microsoft.com/office/drawing/2014/main" id="{314D5096-5B6E-38E9-5143-513947FB9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5755" y="652418"/>
            <a:ext cx="8049087" cy="6860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2"/>
                </a:solidFill>
              </a:rPr>
              <a:t>SENZOR ULTRASONIC HC-SR04</a:t>
            </a:r>
          </a:p>
        </p:txBody>
      </p:sp>
      <p:sp>
        <p:nvSpPr>
          <p:cNvPr id="8" name="Google Shape;1139;p48">
            <a:extLst>
              <a:ext uri="{FF2B5EF4-FFF2-40B4-BE49-F238E27FC236}">
                <a16:creationId xmlns:a16="http://schemas.microsoft.com/office/drawing/2014/main" id="{5E8DD06B-6CB1-EEDC-A915-3AAE123741CE}"/>
              </a:ext>
            </a:extLst>
          </p:cNvPr>
          <p:cNvSpPr txBox="1">
            <a:spLocks/>
          </p:cNvSpPr>
          <p:nvPr/>
        </p:nvSpPr>
        <p:spPr>
          <a:xfrm>
            <a:off x="587991" y="1438471"/>
            <a:ext cx="4564990" cy="286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</a:rPr>
              <a:t>măsoară distanțe între 2 cm și 4 m cu o precizie de ±3 mm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</a:rPr>
              <a:t>utilizează unde ultrasonice (40 kHz) pentru a detecta obiecte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timp de răspuns foarte scurt (&lt;15 ms)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/>
              <a:t>comunică prin impulsuri </a:t>
            </a:r>
            <a:r>
              <a:rPr lang="en-US" sz="1800" b="1" dirty="0"/>
              <a:t>TRIG</a:t>
            </a:r>
            <a:r>
              <a:rPr lang="en-US" sz="1800" dirty="0"/>
              <a:t> și </a:t>
            </a:r>
            <a:r>
              <a:rPr lang="en-US" sz="1800" b="1" dirty="0"/>
              <a:t>ECHO</a:t>
            </a:r>
            <a:r>
              <a:rPr lang="en-US" sz="1800" dirty="0"/>
              <a:t>, ușor de integrat cu Arduino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Google Shape;1140;p48">
            <a:extLst>
              <a:ext uri="{FF2B5EF4-FFF2-40B4-BE49-F238E27FC236}">
                <a16:creationId xmlns:a16="http://schemas.microsoft.com/office/drawing/2014/main" id="{8924B9CA-0A3A-0AC0-EB36-1545ACB50035}"/>
              </a:ext>
            </a:extLst>
          </p:cNvPr>
          <p:cNvSpPr/>
          <p:nvPr/>
        </p:nvSpPr>
        <p:spPr>
          <a:xfrm>
            <a:off x="5328509" y="1485787"/>
            <a:ext cx="3227500" cy="276969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" name="Google Shape;1142;p48">
            <a:extLst>
              <a:ext uri="{FF2B5EF4-FFF2-40B4-BE49-F238E27FC236}">
                <a16:creationId xmlns:a16="http://schemas.microsoft.com/office/drawing/2014/main" id="{C2F9DD7D-CF63-861C-7667-0AD91CDBCF02}"/>
              </a:ext>
            </a:extLst>
          </p:cNvPr>
          <p:cNvGrpSpPr/>
          <p:nvPr/>
        </p:nvGrpSpPr>
        <p:grpSpPr>
          <a:xfrm>
            <a:off x="5484803" y="4409166"/>
            <a:ext cx="2912961" cy="81916"/>
            <a:chOff x="819025" y="3822075"/>
            <a:chExt cx="891450" cy="25125"/>
          </a:xfrm>
        </p:grpSpPr>
        <p:sp>
          <p:nvSpPr>
            <p:cNvPr id="11" name="Google Shape;1143;p48">
              <a:extLst>
                <a:ext uri="{FF2B5EF4-FFF2-40B4-BE49-F238E27FC236}">
                  <a16:creationId xmlns:a16="http://schemas.microsoft.com/office/drawing/2014/main" id="{55C93C05-52D9-8FE8-BF29-CBA62CAB1EA9}"/>
                </a:ext>
              </a:extLst>
            </p:cNvPr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44;p48">
              <a:extLst>
                <a:ext uri="{FF2B5EF4-FFF2-40B4-BE49-F238E27FC236}">
                  <a16:creationId xmlns:a16="http://schemas.microsoft.com/office/drawing/2014/main" id="{5BFD1FC0-8BAC-7F61-3FF1-9625D8443F58}"/>
                </a:ext>
              </a:extLst>
            </p:cNvPr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145;p48">
              <a:extLst>
                <a:ext uri="{FF2B5EF4-FFF2-40B4-BE49-F238E27FC236}">
                  <a16:creationId xmlns:a16="http://schemas.microsoft.com/office/drawing/2014/main" id="{8BB4D0B3-7771-0F0E-0A0A-A23942D28B17}"/>
                </a:ext>
              </a:extLst>
            </p:cNvPr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146;p48">
              <a:extLst>
                <a:ext uri="{FF2B5EF4-FFF2-40B4-BE49-F238E27FC236}">
                  <a16:creationId xmlns:a16="http://schemas.microsoft.com/office/drawing/2014/main" id="{ACE895CB-FF5F-A02C-9E5A-E3AFEA037571}"/>
                </a:ext>
              </a:extLst>
            </p:cNvPr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147;p48">
              <a:extLst>
                <a:ext uri="{FF2B5EF4-FFF2-40B4-BE49-F238E27FC236}">
                  <a16:creationId xmlns:a16="http://schemas.microsoft.com/office/drawing/2014/main" id="{A91064F3-CA22-4854-8E55-151F6480A544}"/>
                </a:ext>
              </a:extLst>
            </p:cNvPr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148;p48">
              <a:extLst>
                <a:ext uri="{FF2B5EF4-FFF2-40B4-BE49-F238E27FC236}">
                  <a16:creationId xmlns:a16="http://schemas.microsoft.com/office/drawing/2014/main" id="{FF684A70-8BDF-81A9-69EB-898748F14CBF}"/>
                </a:ext>
              </a:extLst>
            </p:cNvPr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149;p48">
              <a:extLst>
                <a:ext uri="{FF2B5EF4-FFF2-40B4-BE49-F238E27FC236}">
                  <a16:creationId xmlns:a16="http://schemas.microsoft.com/office/drawing/2014/main" id="{5ADA585C-3F26-29C3-539E-2BB73F6AED3B}"/>
                </a:ext>
              </a:extLst>
            </p:cNvPr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8" name="Imagine 17">
            <a:extLst>
              <a:ext uri="{FF2B5EF4-FFF2-40B4-BE49-F238E27FC236}">
                <a16:creationId xmlns:a16="http://schemas.microsoft.com/office/drawing/2014/main" id="{F0323853-9EAA-1E94-6E45-5F8CDF7B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323" y="1568334"/>
            <a:ext cx="3053922" cy="2604601"/>
          </a:xfrm>
          <a:prstGeom prst="rect">
            <a:avLst/>
          </a:prstGeom>
          <a:effectLst>
            <a:softEdge rad="381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76FDDCD5-B74C-63B9-7B2C-CDB36009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38;p48">
            <a:extLst>
              <a:ext uri="{FF2B5EF4-FFF2-40B4-BE49-F238E27FC236}">
                <a16:creationId xmlns:a16="http://schemas.microsoft.com/office/drawing/2014/main" id="{63344A21-0508-A4D4-6695-1ED5614AB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864" y="552212"/>
            <a:ext cx="7642271" cy="9953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3600" dirty="0">
                <a:solidFill>
                  <a:schemeClr val="bg2"/>
                </a:solidFill>
              </a:rPr>
              <a:t>DISPLAY LCD 16X2 </a:t>
            </a:r>
            <a:r>
              <a:rPr lang="sv-SE" sz="3600" dirty="0">
                <a:solidFill>
                  <a:schemeClr val="bg1"/>
                </a:solidFill>
              </a:rPr>
              <a:t>CU I2C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Google Shape;1139;p48">
            <a:extLst>
              <a:ext uri="{FF2B5EF4-FFF2-40B4-BE49-F238E27FC236}">
                <a16:creationId xmlns:a16="http://schemas.microsoft.com/office/drawing/2014/main" id="{9545D861-48A3-2FC9-4D21-C5170FE2F54A}"/>
              </a:ext>
            </a:extLst>
          </p:cNvPr>
          <p:cNvSpPr txBox="1">
            <a:spLocks/>
          </p:cNvSpPr>
          <p:nvPr/>
        </p:nvSpPr>
        <p:spPr>
          <a:xfrm>
            <a:off x="4167863" y="1702186"/>
            <a:ext cx="4523555" cy="239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</a:rPr>
              <a:t>afișaj cu </a:t>
            </a:r>
            <a:r>
              <a:rPr lang="pt-BR" sz="1800" b="1" dirty="0">
                <a:solidFill>
                  <a:schemeClr val="bg1"/>
                </a:solidFill>
              </a:rPr>
              <a:t>2 rânduri × 16 caractere</a:t>
            </a:r>
            <a:r>
              <a:rPr lang="pt-BR" sz="1800" dirty="0">
                <a:solidFill>
                  <a:schemeClr val="bg1"/>
                </a:solidFill>
              </a:rPr>
              <a:t>, ideal pentru mesaje scurte și informative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</a:rPr>
              <a:t>librărie Arduino: </a:t>
            </a:r>
            <a:r>
              <a:rPr lang="pt-BR" sz="1800" b="1" dirty="0">
                <a:solidFill>
                  <a:schemeClr val="bg1"/>
                </a:solidFill>
              </a:rPr>
              <a:t>LiquidCrystal_I2C.h</a:t>
            </a:r>
            <a:r>
              <a:rPr lang="pt-BR" sz="1800" dirty="0">
                <a:solidFill>
                  <a:schemeClr val="bg1"/>
                </a:solidFill>
              </a:rPr>
              <a:t>, foarte simplu de utilizat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ușor de integrat cu Arduino prin interfața </a:t>
            </a:r>
            <a:r>
              <a:rPr lang="en-US" sz="1800" b="1" dirty="0">
                <a:solidFill>
                  <a:schemeClr val="bg1"/>
                </a:solidFill>
              </a:rPr>
              <a:t>I2C</a:t>
            </a:r>
            <a:r>
              <a:rPr lang="en-US" sz="1800" dirty="0">
                <a:solidFill>
                  <a:schemeClr val="bg1"/>
                </a:solidFill>
              </a:rPr>
              <a:t> (folosește doar 2 </a:t>
            </a:r>
            <a:r>
              <a:rPr lang="en-US" sz="1800" dirty="0" err="1">
                <a:solidFill>
                  <a:schemeClr val="bg1"/>
                </a:solidFill>
              </a:rPr>
              <a:t>pini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Google Shape;1140;p48">
            <a:extLst>
              <a:ext uri="{FF2B5EF4-FFF2-40B4-BE49-F238E27FC236}">
                <a16:creationId xmlns:a16="http://schemas.microsoft.com/office/drawing/2014/main" id="{F9266939-81CA-16F7-C92D-4795B4A10B31}"/>
              </a:ext>
            </a:extLst>
          </p:cNvPr>
          <p:cNvSpPr/>
          <p:nvPr/>
        </p:nvSpPr>
        <p:spPr>
          <a:xfrm>
            <a:off x="738036" y="1513494"/>
            <a:ext cx="3227500" cy="276969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" name="Google Shape;1142;p48">
            <a:extLst>
              <a:ext uri="{FF2B5EF4-FFF2-40B4-BE49-F238E27FC236}">
                <a16:creationId xmlns:a16="http://schemas.microsoft.com/office/drawing/2014/main" id="{86645448-305F-EF2A-05BF-4FEB9B96B79E}"/>
              </a:ext>
            </a:extLst>
          </p:cNvPr>
          <p:cNvGrpSpPr/>
          <p:nvPr/>
        </p:nvGrpSpPr>
        <p:grpSpPr>
          <a:xfrm>
            <a:off x="894330" y="4436873"/>
            <a:ext cx="2912961" cy="81916"/>
            <a:chOff x="819025" y="3822075"/>
            <a:chExt cx="891450" cy="25125"/>
          </a:xfrm>
        </p:grpSpPr>
        <p:sp>
          <p:nvSpPr>
            <p:cNvPr id="11" name="Google Shape;1143;p48">
              <a:extLst>
                <a:ext uri="{FF2B5EF4-FFF2-40B4-BE49-F238E27FC236}">
                  <a16:creationId xmlns:a16="http://schemas.microsoft.com/office/drawing/2014/main" id="{B4964E4E-BF27-8912-9BD9-9A4F99262439}"/>
                </a:ext>
              </a:extLst>
            </p:cNvPr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44;p48">
              <a:extLst>
                <a:ext uri="{FF2B5EF4-FFF2-40B4-BE49-F238E27FC236}">
                  <a16:creationId xmlns:a16="http://schemas.microsoft.com/office/drawing/2014/main" id="{B6E9AF7D-CBD0-7DF1-04CE-882D73AF3F7B}"/>
                </a:ext>
              </a:extLst>
            </p:cNvPr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145;p48">
              <a:extLst>
                <a:ext uri="{FF2B5EF4-FFF2-40B4-BE49-F238E27FC236}">
                  <a16:creationId xmlns:a16="http://schemas.microsoft.com/office/drawing/2014/main" id="{6AF86615-67F2-5368-B88D-331BAAEB28D7}"/>
                </a:ext>
              </a:extLst>
            </p:cNvPr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146;p48">
              <a:extLst>
                <a:ext uri="{FF2B5EF4-FFF2-40B4-BE49-F238E27FC236}">
                  <a16:creationId xmlns:a16="http://schemas.microsoft.com/office/drawing/2014/main" id="{C7CBC2B9-1878-5AD3-41FA-6C48081DBF3B}"/>
                </a:ext>
              </a:extLst>
            </p:cNvPr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147;p48">
              <a:extLst>
                <a:ext uri="{FF2B5EF4-FFF2-40B4-BE49-F238E27FC236}">
                  <a16:creationId xmlns:a16="http://schemas.microsoft.com/office/drawing/2014/main" id="{11DD70FE-37EC-3534-007C-94EB2305DEFF}"/>
                </a:ext>
              </a:extLst>
            </p:cNvPr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148;p48">
              <a:extLst>
                <a:ext uri="{FF2B5EF4-FFF2-40B4-BE49-F238E27FC236}">
                  <a16:creationId xmlns:a16="http://schemas.microsoft.com/office/drawing/2014/main" id="{782AEF48-B20D-69DE-7319-B21779856D7D}"/>
                </a:ext>
              </a:extLst>
            </p:cNvPr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149;p48">
              <a:extLst>
                <a:ext uri="{FF2B5EF4-FFF2-40B4-BE49-F238E27FC236}">
                  <a16:creationId xmlns:a16="http://schemas.microsoft.com/office/drawing/2014/main" id="{E5FC12CD-C2D1-A901-E4D1-F398B76787BD}"/>
                </a:ext>
              </a:extLst>
            </p:cNvPr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Imagine 2">
            <a:extLst>
              <a:ext uri="{FF2B5EF4-FFF2-40B4-BE49-F238E27FC236}">
                <a16:creationId xmlns:a16="http://schemas.microsoft.com/office/drawing/2014/main" id="{2ABDF1E0-3CFB-943D-0F54-FCCC2D6E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33" b="8142"/>
          <a:stretch/>
        </p:blipFill>
        <p:spPr>
          <a:xfrm>
            <a:off x="774444" y="1606901"/>
            <a:ext cx="3152731" cy="2582877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1041867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>
          <a:extLst>
            <a:ext uri="{FF2B5EF4-FFF2-40B4-BE49-F238E27FC236}">
              <a16:creationId xmlns:a16="http://schemas.microsoft.com/office/drawing/2014/main" id="{F21DEE02-D3CB-BA7D-3DC8-FD79C0C4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38;p48">
            <a:extLst>
              <a:ext uri="{FF2B5EF4-FFF2-40B4-BE49-F238E27FC236}">
                <a16:creationId xmlns:a16="http://schemas.microsoft.com/office/drawing/2014/main" id="{FD1CCAD6-A96F-B7B1-537F-7DE6BD4A8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7607" y="650779"/>
            <a:ext cx="8068786" cy="6059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2"/>
                </a:solidFill>
              </a:rPr>
              <a:t>I2C (INTER-INTEGRATED CIRCUIT)</a:t>
            </a:r>
          </a:p>
        </p:txBody>
      </p:sp>
      <p:sp>
        <p:nvSpPr>
          <p:cNvPr id="26" name="Google Shape;1139;p48">
            <a:extLst>
              <a:ext uri="{FF2B5EF4-FFF2-40B4-BE49-F238E27FC236}">
                <a16:creationId xmlns:a16="http://schemas.microsoft.com/office/drawing/2014/main" id="{68AE356C-6FF6-8C05-01AA-4D4212FE90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10148" y="1368581"/>
            <a:ext cx="3896245" cy="2769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protocol de </a:t>
            </a: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comunicație serială sincronă</a:t>
            </a:r>
            <a:r>
              <a:rPr lang="en-US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ideal pentru conectarea mai multor dispozitive la microcontrolere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SDA (Serial Data)</a:t>
            </a:r>
            <a:r>
              <a:rPr lang="pt-BR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transfer date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SCL (Serial Clock)</a:t>
            </a:r>
            <a:r>
              <a:rPr lang="pt-BR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sincronizare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permite conectarea a până la 127 de dispozitive pe același bus</a:t>
            </a:r>
            <a:endParaRPr lang="en-US"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Google Shape;1140;p48">
            <a:extLst>
              <a:ext uri="{FF2B5EF4-FFF2-40B4-BE49-F238E27FC236}">
                <a16:creationId xmlns:a16="http://schemas.microsoft.com/office/drawing/2014/main" id="{A7ED5A59-CEF0-0A0E-6FF0-662119CCA041}"/>
              </a:ext>
            </a:extLst>
          </p:cNvPr>
          <p:cNvSpPr/>
          <p:nvPr/>
        </p:nvSpPr>
        <p:spPr>
          <a:xfrm>
            <a:off x="810009" y="1368581"/>
            <a:ext cx="3820060" cy="276969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" name="Google Shape;1142;p48">
            <a:extLst>
              <a:ext uri="{FF2B5EF4-FFF2-40B4-BE49-F238E27FC236}">
                <a16:creationId xmlns:a16="http://schemas.microsoft.com/office/drawing/2014/main" id="{A5AAF3E1-6354-CC3C-062C-3CBACEB6BA59}"/>
              </a:ext>
            </a:extLst>
          </p:cNvPr>
          <p:cNvGrpSpPr/>
          <p:nvPr/>
        </p:nvGrpSpPr>
        <p:grpSpPr>
          <a:xfrm>
            <a:off x="1263144" y="4311828"/>
            <a:ext cx="2902469" cy="81916"/>
            <a:chOff x="819025" y="3822075"/>
            <a:chExt cx="891450" cy="25125"/>
          </a:xfrm>
        </p:grpSpPr>
        <p:sp>
          <p:nvSpPr>
            <p:cNvPr id="29" name="Google Shape;1143;p48">
              <a:extLst>
                <a:ext uri="{FF2B5EF4-FFF2-40B4-BE49-F238E27FC236}">
                  <a16:creationId xmlns:a16="http://schemas.microsoft.com/office/drawing/2014/main" id="{883F87FF-55A2-1D09-131B-408BECE8D556}"/>
                </a:ext>
              </a:extLst>
            </p:cNvPr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144;p48">
              <a:extLst>
                <a:ext uri="{FF2B5EF4-FFF2-40B4-BE49-F238E27FC236}">
                  <a16:creationId xmlns:a16="http://schemas.microsoft.com/office/drawing/2014/main" id="{D3AA46E1-9AAD-783C-7AA6-E6E79FC06994}"/>
                </a:ext>
              </a:extLst>
            </p:cNvPr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145;p48">
              <a:extLst>
                <a:ext uri="{FF2B5EF4-FFF2-40B4-BE49-F238E27FC236}">
                  <a16:creationId xmlns:a16="http://schemas.microsoft.com/office/drawing/2014/main" id="{901F5C94-0B69-B2F1-FDED-373E5CCCE97E}"/>
                </a:ext>
              </a:extLst>
            </p:cNvPr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146;p48">
              <a:extLst>
                <a:ext uri="{FF2B5EF4-FFF2-40B4-BE49-F238E27FC236}">
                  <a16:creationId xmlns:a16="http://schemas.microsoft.com/office/drawing/2014/main" id="{8C532236-D54E-FC63-2584-0404CFB0349C}"/>
                </a:ext>
              </a:extLst>
            </p:cNvPr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147;p48">
              <a:extLst>
                <a:ext uri="{FF2B5EF4-FFF2-40B4-BE49-F238E27FC236}">
                  <a16:creationId xmlns:a16="http://schemas.microsoft.com/office/drawing/2014/main" id="{FF44B9C4-9DAF-1D58-94B5-6F92CC2111E0}"/>
                </a:ext>
              </a:extLst>
            </p:cNvPr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1148;p48">
              <a:extLst>
                <a:ext uri="{FF2B5EF4-FFF2-40B4-BE49-F238E27FC236}">
                  <a16:creationId xmlns:a16="http://schemas.microsoft.com/office/drawing/2014/main" id="{89E81937-DB89-3CEE-E60A-A72C0CD937BF}"/>
                </a:ext>
              </a:extLst>
            </p:cNvPr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149;p48">
              <a:extLst>
                <a:ext uri="{FF2B5EF4-FFF2-40B4-BE49-F238E27FC236}">
                  <a16:creationId xmlns:a16="http://schemas.microsoft.com/office/drawing/2014/main" id="{4B05BB9D-390A-C2BC-AA1E-BDC3724BBCC2}"/>
                </a:ext>
              </a:extLst>
            </p:cNvPr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4" name="Imagine 3">
            <a:extLst>
              <a:ext uri="{FF2B5EF4-FFF2-40B4-BE49-F238E27FC236}">
                <a16:creationId xmlns:a16="http://schemas.microsoft.com/office/drawing/2014/main" id="{955C163C-30A7-F87A-593F-C35BFA2D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58" y="1446931"/>
            <a:ext cx="3715242" cy="2600669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927267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38;p48">
            <a:extLst>
              <a:ext uri="{FF2B5EF4-FFF2-40B4-BE49-F238E27FC236}">
                <a16:creationId xmlns:a16="http://schemas.microsoft.com/office/drawing/2014/main" id="{0319E852-FF3C-39D4-0632-3DA9C91979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1941" y="612910"/>
            <a:ext cx="4262264" cy="6059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bg2"/>
                </a:solidFill>
              </a:rPr>
              <a:t>SERVOMOTOR</a:t>
            </a:r>
          </a:p>
        </p:txBody>
      </p:sp>
      <p:sp>
        <p:nvSpPr>
          <p:cNvPr id="26" name="Google Shape;1139;p48">
            <a:extLst>
              <a:ext uri="{FF2B5EF4-FFF2-40B4-BE49-F238E27FC236}">
                <a16:creationId xmlns:a16="http://schemas.microsoft.com/office/drawing/2014/main" id="{AD5C1FA6-FAA4-3348-8CE9-C3C5789CAC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49066" y="1385987"/>
            <a:ext cx="3896245" cy="2769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gama de mișcare: aproximativ </a:t>
            </a: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0°–180° </a:t>
            </a:r>
            <a:r>
              <a:rPr lang="en-US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controlabilă prin semnal </a:t>
            </a:r>
            <a:r>
              <a:rPr lang="en-US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PWM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forță suficientă pentru a mișca un cap robotizat, o barieră mică sau un indicator mecanic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b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BR" sz="1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ușor de integrat în Arduino cu biblioteca </a:t>
            </a:r>
            <a:r>
              <a:rPr lang="pt-BR" sz="1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Servo.h</a:t>
            </a:r>
            <a:endParaRPr lang="en-US" sz="1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Google Shape;1140;p48">
            <a:extLst>
              <a:ext uri="{FF2B5EF4-FFF2-40B4-BE49-F238E27FC236}">
                <a16:creationId xmlns:a16="http://schemas.microsoft.com/office/drawing/2014/main" id="{56F92E4E-CFA0-827E-09BD-CBB92F9D1B2A}"/>
              </a:ext>
            </a:extLst>
          </p:cNvPr>
          <p:cNvSpPr/>
          <p:nvPr/>
        </p:nvSpPr>
        <p:spPr>
          <a:xfrm>
            <a:off x="751941" y="1486961"/>
            <a:ext cx="3444352" cy="2567748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" name="Google Shape;1142;p48">
            <a:extLst>
              <a:ext uri="{FF2B5EF4-FFF2-40B4-BE49-F238E27FC236}">
                <a16:creationId xmlns:a16="http://schemas.microsoft.com/office/drawing/2014/main" id="{90298CB4-FA16-7D58-F7D9-BAFC9DF72E28}"/>
              </a:ext>
            </a:extLst>
          </p:cNvPr>
          <p:cNvGrpSpPr/>
          <p:nvPr/>
        </p:nvGrpSpPr>
        <p:grpSpPr>
          <a:xfrm>
            <a:off x="1036586" y="4214364"/>
            <a:ext cx="2705971" cy="75943"/>
            <a:chOff x="819025" y="3822075"/>
            <a:chExt cx="891450" cy="25125"/>
          </a:xfrm>
        </p:grpSpPr>
        <p:sp>
          <p:nvSpPr>
            <p:cNvPr id="29" name="Google Shape;1143;p48">
              <a:extLst>
                <a:ext uri="{FF2B5EF4-FFF2-40B4-BE49-F238E27FC236}">
                  <a16:creationId xmlns:a16="http://schemas.microsoft.com/office/drawing/2014/main" id="{A5B09941-9651-5372-E340-194196D0E48A}"/>
                </a:ext>
              </a:extLst>
            </p:cNvPr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144;p48">
              <a:extLst>
                <a:ext uri="{FF2B5EF4-FFF2-40B4-BE49-F238E27FC236}">
                  <a16:creationId xmlns:a16="http://schemas.microsoft.com/office/drawing/2014/main" id="{6FFDC551-AF9D-A5B0-2B7C-1C25197A476F}"/>
                </a:ext>
              </a:extLst>
            </p:cNvPr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145;p48">
              <a:extLst>
                <a:ext uri="{FF2B5EF4-FFF2-40B4-BE49-F238E27FC236}">
                  <a16:creationId xmlns:a16="http://schemas.microsoft.com/office/drawing/2014/main" id="{C6C29713-7A1A-99A7-34E2-9C677B75F663}"/>
                </a:ext>
              </a:extLst>
            </p:cNvPr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146;p48">
              <a:extLst>
                <a:ext uri="{FF2B5EF4-FFF2-40B4-BE49-F238E27FC236}">
                  <a16:creationId xmlns:a16="http://schemas.microsoft.com/office/drawing/2014/main" id="{37CC5198-FAA0-717F-A36B-35AD91E7A5D2}"/>
                </a:ext>
              </a:extLst>
            </p:cNvPr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147;p48">
              <a:extLst>
                <a:ext uri="{FF2B5EF4-FFF2-40B4-BE49-F238E27FC236}">
                  <a16:creationId xmlns:a16="http://schemas.microsoft.com/office/drawing/2014/main" id="{FCF34A6A-EBC0-1181-B088-820F3E90DD65}"/>
                </a:ext>
              </a:extLst>
            </p:cNvPr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1148;p48">
              <a:extLst>
                <a:ext uri="{FF2B5EF4-FFF2-40B4-BE49-F238E27FC236}">
                  <a16:creationId xmlns:a16="http://schemas.microsoft.com/office/drawing/2014/main" id="{595B8AEF-5FD7-439E-1FAE-F6C7EEABF569}"/>
                </a:ext>
              </a:extLst>
            </p:cNvPr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149;p48">
              <a:extLst>
                <a:ext uri="{FF2B5EF4-FFF2-40B4-BE49-F238E27FC236}">
                  <a16:creationId xmlns:a16="http://schemas.microsoft.com/office/drawing/2014/main" id="{B7A65C32-E1C4-A6F2-CF20-974B82557161}"/>
                </a:ext>
              </a:extLst>
            </p:cNvPr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Imagine 2">
            <a:extLst>
              <a:ext uri="{FF2B5EF4-FFF2-40B4-BE49-F238E27FC236}">
                <a16:creationId xmlns:a16="http://schemas.microsoft.com/office/drawing/2014/main" id="{5E448E27-FA92-5BF4-9EEF-E3923E56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38" y="1561445"/>
            <a:ext cx="3300621" cy="2400451"/>
          </a:xfrm>
          <a:prstGeom prst="rect">
            <a:avLst/>
          </a:prstGeom>
          <a:effectLst>
            <a:softEdge rad="889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3A2F49BD-C0CC-0966-DD80-1FB778DF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8">
            <a:extLst>
              <a:ext uri="{FF2B5EF4-FFF2-40B4-BE49-F238E27FC236}">
                <a16:creationId xmlns:a16="http://schemas.microsoft.com/office/drawing/2014/main" id="{E46D4CC8-607C-F20D-F491-0A7D2DFF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776" y="609867"/>
            <a:ext cx="4786266" cy="7315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bg2"/>
                </a:solidFill>
              </a:rPr>
              <a:t>BUZZER PIEZO</a:t>
            </a:r>
          </a:p>
        </p:txBody>
      </p:sp>
      <p:sp>
        <p:nvSpPr>
          <p:cNvPr id="1139" name="Google Shape;1139;p48">
            <a:extLst>
              <a:ext uri="{FF2B5EF4-FFF2-40B4-BE49-F238E27FC236}">
                <a16:creationId xmlns:a16="http://schemas.microsoft.com/office/drawing/2014/main" id="{DF5ACD46-BDF7-7906-D5A9-D7CD7A74B4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83680" y="1246738"/>
            <a:ext cx="4284345" cy="31960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componentă audio compactă, ideală pentru avertizare sonoră în timp real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bg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it-IT" sz="1800" dirty="0">
                <a:solidFill>
                  <a:schemeClr val="bg1"/>
                </a:solidFill>
              </a:rPr>
              <a:t>poate genera tonuri sonore de frecvențe diferite, controlate prin funcția </a:t>
            </a:r>
            <a:r>
              <a:rPr lang="it-IT" sz="1800" b="1" dirty="0">
                <a:solidFill>
                  <a:schemeClr val="bg1"/>
                </a:solidFill>
              </a:rPr>
              <a:t>tone() </a:t>
            </a:r>
            <a:r>
              <a:rPr lang="it-IT" sz="1800" dirty="0">
                <a:solidFill>
                  <a:schemeClr val="bg1"/>
                </a:solidFill>
              </a:rPr>
              <a:t>din Arduino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it-IT" sz="800" dirty="0">
              <a:solidFill>
                <a:schemeClr val="bg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-ES" sz="1800" dirty="0">
                <a:solidFill>
                  <a:schemeClr val="bg1"/>
                </a:solidFill>
              </a:rPr>
              <a:t>ușor de controlat, doar cu un pin digital și GND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s-ES" sz="800" dirty="0">
              <a:solidFill>
                <a:schemeClr val="bg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consum redus de energie, potrivit pentru sisteme embedded</a:t>
            </a:r>
          </a:p>
        </p:txBody>
      </p:sp>
      <p:sp>
        <p:nvSpPr>
          <p:cNvPr id="1140" name="Google Shape;1140;p48">
            <a:extLst>
              <a:ext uri="{FF2B5EF4-FFF2-40B4-BE49-F238E27FC236}">
                <a16:creationId xmlns:a16="http://schemas.microsoft.com/office/drawing/2014/main" id="{56A7DD6A-BEAC-D5C6-E233-0F383A81E945}"/>
              </a:ext>
            </a:extLst>
          </p:cNvPr>
          <p:cNvSpPr/>
          <p:nvPr/>
        </p:nvSpPr>
        <p:spPr>
          <a:xfrm>
            <a:off x="1038503" y="1483169"/>
            <a:ext cx="2676264" cy="247462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42" name="Google Shape;1142;p48">
            <a:extLst>
              <a:ext uri="{FF2B5EF4-FFF2-40B4-BE49-F238E27FC236}">
                <a16:creationId xmlns:a16="http://schemas.microsoft.com/office/drawing/2014/main" id="{D98F85EA-4143-16B9-AB94-AB4AD02480CC}"/>
              </a:ext>
            </a:extLst>
          </p:cNvPr>
          <p:cNvGrpSpPr/>
          <p:nvPr/>
        </p:nvGrpSpPr>
        <p:grpSpPr>
          <a:xfrm>
            <a:off x="910559" y="4140208"/>
            <a:ext cx="2912961" cy="81916"/>
            <a:chOff x="819025" y="3822075"/>
            <a:chExt cx="891450" cy="25125"/>
          </a:xfrm>
        </p:grpSpPr>
        <p:sp>
          <p:nvSpPr>
            <p:cNvPr id="1143" name="Google Shape;1143;p48">
              <a:extLst>
                <a:ext uri="{FF2B5EF4-FFF2-40B4-BE49-F238E27FC236}">
                  <a16:creationId xmlns:a16="http://schemas.microsoft.com/office/drawing/2014/main" id="{F75921ED-8BE7-1738-134F-32840DED8AF2}"/>
                </a:ext>
              </a:extLst>
            </p:cNvPr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4" name="Google Shape;1144;p48">
              <a:extLst>
                <a:ext uri="{FF2B5EF4-FFF2-40B4-BE49-F238E27FC236}">
                  <a16:creationId xmlns:a16="http://schemas.microsoft.com/office/drawing/2014/main" id="{0F45B96D-FDBE-C426-AD8F-DF0616C21C93}"/>
                </a:ext>
              </a:extLst>
            </p:cNvPr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5" name="Google Shape;1145;p48">
              <a:extLst>
                <a:ext uri="{FF2B5EF4-FFF2-40B4-BE49-F238E27FC236}">
                  <a16:creationId xmlns:a16="http://schemas.microsoft.com/office/drawing/2014/main" id="{60948266-03F6-82F7-BAD3-98441561D64A}"/>
                </a:ext>
              </a:extLst>
            </p:cNvPr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6" name="Google Shape;1146;p48">
              <a:extLst>
                <a:ext uri="{FF2B5EF4-FFF2-40B4-BE49-F238E27FC236}">
                  <a16:creationId xmlns:a16="http://schemas.microsoft.com/office/drawing/2014/main" id="{DBAA490F-52E7-8F1B-CB31-2C43BBF9E26F}"/>
                </a:ext>
              </a:extLst>
            </p:cNvPr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7" name="Google Shape;1147;p48">
              <a:extLst>
                <a:ext uri="{FF2B5EF4-FFF2-40B4-BE49-F238E27FC236}">
                  <a16:creationId xmlns:a16="http://schemas.microsoft.com/office/drawing/2014/main" id="{403AE6A9-6C05-9E43-C523-676EC97FA3D0}"/>
                </a:ext>
              </a:extLst>
            </p:cNvPr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8" name="Google Shape;1148;p48">
              <a:extLst>
                <a:ext uri="{FF2B5EF4-FFF2-40B4-BE49-F238E27FC236}">
                  <a16:creationId xmlns:a16="http://schemas.microsoft.com/office/drawing/2014/main" id="{0664F1D7-E3AE-42F2-DC29-D260EAEB5171}"/>
                </a:ext>
              </a:extLst>
            </p:cNvPr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9" name="Google Shape;1149;p48">
              <a:extLst>
                <a:ext uri="{FF2B5EF4-FFF2-40B4-BE49-F238E27FC236}">
                  <a16:creationId xmlns:a16="http://schemas.microsoft.com/office/drawing/2014/main" id="{3CF28D5B-0500-6BBD-52DA-EC9490162794}"/>
                </a:ext>
              </a:extLst>
            </p:cNvPr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Imagine 2">
            <a:extLst>
              <a:ext uri="{FF2B5EF4-FFF2-40B4-BE49-F238E27FC236}">
                <a16:creationId xmlns:a16="http://schemas.microsoft.com/office/drawing/2014/main" id="{D5A52BCE-0DA6-785A-CCB9-88A6918F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9" r="51105" b="7509"/>
          <a:stretch/>
        </p:blipFill>
        <p:spPr>
          <a:xfrm>
            <a:off x="1086017" y="1522637"/>
            <a:ext cx="2562046" cy="2382368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568847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CBEE9FF1-54C0-8B64-D452-3CC83C30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40" y="272496"/>
            <a:ext cx="8380520" cy="4598508"/>
          </a:xfrm>
          <a:prstGeom prst="rect">
            <a:avLst/>
          </a:prstGeom>
          <a:effectLst>
            <a:softEdge rad="889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2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4" name="Google Shape;1224;p52"/>
          <p:cNvSpPr txBox="1">
            <a:spLocks noGrp="1"/>
          </p:cNvSpPr>
          <p:nvPr>
            <p:ph type="title"/>
          </p:nvPr>
        </p:nvSpPr>
        <p:spPr>
          <a:xfrm>
            <a:off x="1832208" y="1057318"/>
            <a:ext cx="5479583" cy="24747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MULTUMIM!</a:t>
            </a:r>
            <a:br>
              <a:rPr lang="en" sz="6000" dirty="0"/>
            </a:br>
            <a:r>
              <a:rPr lang="en" sz="6000" dirty="0"/>
              <a:t>DEMO TIME</a:t>
            </a:r>
            <a:endParaRPr sz="6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522</Words>
  <Application>Microsoft Office PowerPoint</Application>
  <PresentationFormat>Expunere pe ecran 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9" baseType="lpstr">
      <vt:lpstr>Orbitron</vt:lpstr>
      <vt:lpstr>Roboto</vt:lpstr>
      <vt:lpstr>Palanquin Dark</vt:lpstr>
      <vt:lpstr>Fredoka One</vt:lpstr>
      <vt:lpstr>Wingdings</vt:lpstr>
      <vt:lpstr>Arial</vt:lpstr>
      <vt:lpstr>Roboto Condensed Light</vt:lpstr>
      <vt:lpstr>The Evolution of Invention in Canada Thesis by Slidesgo</vt:lpstr>
      <vt:lpstr>RGBeep Sistem de avertizare cu feedback audio-vizual</vt:lpstr>
      <vt:lpstr>THE IDEA BEHIND</vt:lpstr>
      <vt:lpstr>Prezentare PowerPoint</vt:lpstr>
      <vt:lpstr>ARDUINO UNO REV3</vt:lpstr>
      <vt:lpstr>SENZOR ULTRASONIC HC-SR04</vt:lpstr>
      <vt:lpstr>DISPLAY LCD 16X2 CU I2C</vt:lpstr>
      <vt:lpstr>I2C (INTER-INTEGRATED CIRCUIT)</vt:lpstr>
      <vt:lpstr>SERVOMOTOR</vt:lpstr>
      <vt:lpstr>BUZZER PIEZO</vt:lpstr>
      <vt:lpstr>Prezentare PowerPoint</vt:lpstr>
      <vt:lpstr>MULTUMIM! DEMO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Andreea-Maria Vlad</cp:lastModifiedBy>
  <cp:revision>5</cp:revision>
  <dcterms:modified xsi:type="dcterms:W3CDTF">2025-05-20T18:45:14Z</dcterms:modified>
</cp:coreProperties>
</file>